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 id="2147483660" r:id="rId5"/>
  </p:sldMasterIdLst>
  <p:notesMasterIdLst>
    <p:notesMasterId r:id="rId17"/>
  </p:notesMasterIdLst>
  <p:sldIdLst>
    <p:sldId id="482" r:id="rId6"/>
    <p:sldId id="257" r:id="rId7"/>
    <p:sldId id="2146846787" r:id="rId8"/>
    <p:sldId id="2146846788" r:id="rId9"/>
    <p:sldId id="2146846783" r:id="rId10"/>
    <p:sldId id="2146846785" r:id="rId11"/>
    <p:sldId id="2146846784" r:id="rId12"/>
    <p:sldId id="2146846790" r:id="rId13"/>
    <p:sldId id="2146846789" r:id="rId14"/>
    <p:sldId id="2146846786" r:id="rId15"/>
    <p:sldId id="53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66"/>
    <a:srgbClr val="006699"/>
    <a:srgbClr val="1799CE"/>
    <a:srgbClr val="98CD67"/>
    <a:srgbClr val="FFFFFF"/>
    <a:srgbClr val="156082"/>
    <a:srgbClr val="CCD2D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198" autoAdjust="0"/>
    <p:restoredTop sz="82573" autoAdjust="0"/>
  </p:normalViewPr>
  <p:slideViewPr>
    <p:cSldViewPr snapToGrid="0">
      <p:cViewPr varScale="1">
        <p:scale>
          <a:sx n="92" d="100"/>
          <a:sy n="92" d="100"/>
        </p:scale>
        <p:origin x="522" y="9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95" d="100"/>
          <a:sy n="95" d="100"/>
        </p:scale>
        <p:origin x="1685" y="-90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B99F54-D07B-49D1-91E7-ADCC687E1A59}" type="datetimeFigureOut">
              <a:rPr lang="en-GB" smtClean="0"/>
              <a:t>04/06/2025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093A71-F838-4640-BD7B-70A576B87357}" type="slidenum">
              <a:rPr lang="en-GB" smtClean="0"/>
              <a:t>‹#›</a:t>
            </a:fld>
            <a:endParaRPr lang="en-GB"/>
          </a:p>
        </p:txBody>
      </p:sp>
    </p:spTree>
    <p:extLst>
      <p:ext uri="{BB962C8B-B14F-4D97-AF65-F5344CB8AC3E}">
        <p14:creationId xmlns:p14="http://schemas.microsoft.com/office/powerpoint/2010/main" val="29180668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83093A71-F838-4640-BD7B-70A576B87357}" type="slidenum">
              <a:rPr lang="en-GB" smtClean="0"/>
              <a:t>2</a:t>
            </a:fld>
            <a:endParaRPr lang="en-GB"/>
          </a:p>
        </p:txBody>
      </p:sp>
    </p:spTree>
    <p:extLst>
      <p:ext uri="{BB962C8B-B14F-4D97-AF65-F5344CB8AC3E}">
        <p14:creationId xmlns:p14="http://schemas.microsoft.com/office/powerpoint/2010/main" val="3719283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03308-F3A7-1741-BD7B-F3E7B0D37D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A0DC9D-1FD9-E3F7-4847-D66F3CF031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40F17A-774D-8941-8344-C67C4F65EB19}"/>
              </a:ext>
            </a:extLst>
          </p:cNvPr>
          <p:cNvSpPr>
            <a:spLocks noGrp="1"/>
          </p:cNvSpPr>
          <p:nvPr>
            <p:ph type="body" idx="1"/>
          </p:nvPr>
        </p:nvSpPr>
        <p:spPr/>
        <p:txBody>
          <a:bodyPr/>
          <a:lstStyle/>
          <a:p>
            <a:r>
              <a:rPr lang="en-GB" sz="1200" kern="1200" dirty="0">
                <a:solidFill>
                  <a:schemeClr val="dk1"/>
                </a:solidFill>
                <a:effectLst/>
                <a:latin typeface="+mn-lt"/>
                <a:ea typeface="+mn-ea"/>
                <a:cs typeface="+mn-cs"/>
              </a:rPr>
              <a:t> db2 list database directory</a:t>
            </a:r>
          </a:p>
          <a:p>
            <a:r>
              <a:rPr lang="en-GB" sz="1200" kern="1200" dirty="0">
                <a:solidFill>
                  <a:schemeClr val="dk1"/>
                </a:solidFill>
                <a:effectLst/>
                <a:latin typeface="+mn-lt"/>
                <a:ea typeface="+mn-ea"/>
                <a:cs typeface="+mn-cs"/>
              </a:rPr>
              <a:t> db2ilist</a:t>
            </a:r>
          </a:p>
          <a:p>
            <a:r>
              <a:rPr lang="en-GB" sz="1200" kern="1200" dirty="0">
                <a:solidFill>
                  <a:schemeClr val="dk1"/>
                </a:solidFill>
                <a:effectLst/>
                <a:latin typeface="+mn-lt"/>
                <a:ea typeface="+mn-ea"/>
                <a:cs typeface="+mn-cs"/>
              </a:rPr>
              <a:t> db2 get </a:t>
            </a:r>
            <a:r>
              <a:rPr lang="en-GB" sz="1200" kern="1200" dirty="0" err="1">
                <a:solidFill>
                  <a:schemeClr val="dk1"/>
                </a:solidFill>
                <a:effectLst/>
                <a:latin typeface="+mn-lt"/>
                <a:ea typeface="+mn-ea"/>
                <a:cs typeface="+mn-cs"/>
              </a:rPr>
              <a:t>db</a:t>
            </a:r>
            <a:r>
              <a:rPr lang="en-GB" sz="1200" kern="1200" dirty="0">
                <a:solidFill>
                  <a:schemeClr val="dk1"/>
                </a:solidFill>
                <a:effectLst/>
                <a:latin typeface="+mn-lt"/>
                <a:ea typeface="+mn-ea"/>
                <a:cs typeface="+mn-cs"/>
              </a:rPr>
              <a:t> </a:t>
            </a:r>
            <a:r>
              <a:rPr lang="en-GB" sz="1200" kern="1200" dirty="0" err="1">
                <a:solidFill>
                  <a:schemeClr val="dk1"/>
                </a:solidFill>
                <a:effectLst/>
                <a:latin typeface="+mn-lt"/>
                <a:ea typeface="+mn-ea"/>
                <a:cs typeface="+mn-cs"/>
              </a:rPr>
              <a:t>cfg</a:t>
            </a:r>
            <a:r>
              <a:rPr lang="en-GB" sz="1200" kern="1200" dirty="0">
                <a:solidFill>
                  <a:schemeClr val="dk1"/>
                </a:solidFill>
                <a:effectLst/>
                <a:latin typeface="+mn-lt"/>
                <a:ea typeface="+mn-ea"/>
                <a:cs typeface="+mn-cs"/>
              </a:rPr>
              <a:t> for DB76</a:t>
            </a:r>
          </a:p>
          <a:p>
            <a:r>
              <a:rPr lang="en-GB" sz="1200" kern="1200" dirty="0">
                <a:solidFill>
                  <a:schemeClr val="dk1"/>
                </a:solidFill>
                <a:effectLst/>
                <a:latin typeface="+mn-lt"/>
                <a:ea typeface="+mn-ea"/>
                <a:cs typeface="+mn-cs"/>
              </a:rPr>
              <a:t> db2level</a:t>
            </a:r>
          </a:p>
          <a:p>
            <a:r>
              <a:rPr lang="en-GB" sz="1200" kern="1200" dirty="0">
                <a:solidFill>
                  <a:schemeClr val="dk1"/>
                </a:solidFill>
                <a:effectLst/>
                <a:latin typeface="+mn-lt"/>
                <a:ea typeface="+mn-ea"/>
                <a:cs typeface="+mn-cs"/>
              </a:rPr>
              <a:t> db2 get </a:t>
            </a:r>
            <a:r>
              <a:rPr lang="en-GB" sz="1200" kern="1200" dirty="0" err="1">
                <a:solidFill>
                  <a:schemeClr val="dk1"/>
                </a:solidFill>
                <a:effectLst/>
                <a:latin typeface="+mn-lt"/>
                <a:ea typeface="+mn-ea"/>
                <a:cs typeface="+mn-cs"/>
              </a:rPr>
              <a:t>dbm</a:t>
            </a:r>
            <a:r>
              <a:rPr lang="en-GB" sz="1200" kern="1200" dirty="0">
                <a:solidFill>
                  <a:schemeClr val="dk1"/>
                </a:solidFill>
                <a:effectLst/>
                <a:latin typeface="+mn-lt"/>
                <a:ea typeface="+mn-ea"/>
                <a:cs typeface="+mn-cs"/>
              </a:rPr>
              <a:t> </a:t>
            </a:r>
            <a:r>
              <a:rPr lang="en-GB" sz="1200" kern="1200" dirty="0" err="1">
                <a:solidFill>
                  <a:schemeClr val="dk1"/>
                </a:solidFill>
                <a:effectLst/>
                <a:latin typeface="+mn-lt"/>
                <a:ea typeface="+mn-ea"/>
                <a:cs typeface="+mn-cs"/>
              </a:rPr>
              <a:t>cfg</a:t>
            </a:r>
            <a:r>
              <a:rPr lang="en-GB" sz="1200" kern="1200" dirty="0">
                <a:solidFill>
                  <a:schemeClr val="dk1"/>
                </a:solidFill>
                <a:effectLst/>
                <a:latin typeface="+mn-lt"/>
                <a:ea typeface="+mn-ea"/>
                <a:cs typeface="+mn-cs"/>
              </a:rPr>
              <a:t> for DB76; cat/etc/services</a:t>
            </a:r>
          </a:p>
          <a:p>
            <a:r>
              <a:rPr lang="en-GB" sz="1200" kern="1200" dirty="0">
                <a:solidFill>
                  <a:schemeClr val="dk1"/>
                </a:solidFill>
                <a:effectLst/>
                <a:latin typeface="+mn-lt"/>
                <a:ea typeface="+mn-ea"/>
                <a:cs typeface="+mn-cs"/>
              </a:rPr>
              <a:t> db2 get </a:t>
            </a:r>
            <a:r>
              <a:rPr lang="en-GB" sz="1200" kern="1200" dirty="0" err="1">
                <a:solidFill>
                  <a:schemeClr val="dk1"/>
                </a:solidFill>
                <a:effectLst/>
                <a:latin typeface="+mn-lt"/>
                <a:ea typeface="+mn-ea"/>
                <a:cs typeface="+mn-cs"/>
              </a:rPr>
              <a:t>db</a:t>
            </a:r>
            <a:r>
              <a:rPr lang="en-GB" sz="1200" kern="1200" dirty="0">
                <a:solidFill>
                  <a:schemeClr val="dk1"/>
                </a:solidFill>
                <a:effectLst/>
                <a:latin typeface="+mn-lt"/>
                <a:ea typeface="+mn-ea"/>
                <a:cs typeface="+mn-cs"/>
              </a:rPr>
              <a:t> </a:t>
            </a:r>
            <a:r>
              <a:rPr lang="en-GB" sz="1200" kern="1200" dirty="0" err="1">
                <a:solidFill>
                  <a:schemeClr val="dk1"/>
                </a:solidFill>
                <a:effectLst/>
                <a:latin typeface="+mn-lt"/>
                <a:ea typeface="+mn-ea"/>
                <a:cs typeface="+mn-cs"/>
              </a:rPr>
              <a:t>cfg</a:t>
            </a:r>
            <a:r>
              <a:rPr lang="en-GB" sz="1200" kern="1200" dirty="0">
                <a:solidFill>
                  <a:schemeClr val="dk1"/>
                </a:solidFill>
                <a:effectLst/>
                <a:latin typeface="+mn-lt"/>
                <a:ea typeface="+mn-ea"/>
                <a:cs typeface="+mn-cs"/>
              </a:rPr>
              <a:t> for DB76;cat/etc/services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dk1"/>
                </a:solidFill>
                <a:effectLst/>
                <a:latin typeface="+mn-lt"/>
                <a:ea typeface="+mn-ea"/>
                <a:cs typeface="+mn-cs"/>
              </a:rPr>
              <a:t>db2 “</a:t>
            </a:r>
            <a:r>
              <a:rPr lang="en-GB" sz="1800" kern="100" dirty="0">
                <a:effectLst/>
                <a:latin typeface="Aptos" panose="020B0004020202020204" pitchFamily="34" charset="0"/>
                <a:ea typeface="Aptos" panose="020B0004020202020204" pitchFamily="34" charset="0"/>
                <a:cs typeface="Times New Roman" panose="02020603050405020304" pitchFamily="18" charset="0"/>
              </a:rPr>
              <a:t>call </a:t>
            </a:r>
            <a:r>
              <a:rPr lang="en-GB" sz="1800" kern="100" dirty="0" err="1">
                <a:effectLst/>
                <a:latin typeface="Aptos" panose="020B0004020202020204" pitchFamily="34" charset="0"/>
                <a:ea typeface="Aptos" panose="020B0004020202020204" pitchFamily="34" charset="0"/>
                <a:cs typeface="Times New Roman" panose="02020603050405020304" pitchFamily="18" charset="0"/>
              </a:rPr>
              <a:t>get_dbsize_info</a:t>
            </a:r>
            <a:r>
              <a:rPr lang="en-GB" sz="1800" kern="100" dirty="0">
                <a:effectLst/>
                <a:latin typeface="Aptos" panose="020B0004020202020204" pitchFamily="34" charset="0"/>
                <a:ea typeface="Aptos" panose="020B0004020202020204" pitchFamily="34" charset="0"/>
                <a:cs typeface="Times New Roman" panose="02020603050405020304" pitchFamily="18" charset="0"/>
              </a:rPr>
              <a:t>(?,?,?,-1)”</a:t>
            </a:r>
            <a:endParaRPr lang="en-GB" sz="1200" kern="1200" dirty="0">
              <a:solidFill>
                <a:schemeClr val="dk1"/>
              </a:solidFill>
              <a:effectLst/>
              <a:latin typeface="+mn-lt"/>
              <a:ea typeface="+mn-ea"/>
              <a:cs typeface="+mn-cs"/>
            </a:endParaRPr>
          </a:p>
          <a:p>
            <a:endParaRPr lang="en-GB" dirty="0"/>
          </a:p>
        </p:txBody>
      </p:sp>
      <p:sp>
        <p:nvSpPr>
          <p:cNvPr id="4" name="Slide Number Placeholder 3">
            <a:extLst>
              <a:ext uri="{FF2B5EF4-FFF2-40B4-BE49-F238E27FC236}">
                <a16:creationId xmlns:a16="http://schemas.microsoft.com/office/drawing/2014/main" id="{C6C7F10E-A9E9-8B83-E624-AED3DA4FF908}"/>
              </a:ext>
            </a:extLst>
          </p:cNvPr>
          <p:cNvSpPr>
            <a:spLocks noGrp="1"/>
          </p:cNvSpPr>
          <p:nvPr>
            <p:ph type="sldNum" sz="quarter" idx="5"/>
          </p:nvPr>
        </p:nvSpPr>
        <p:spPr/>
        <p:txBody>
          <a:bodyPr/>
          <a:lstStyle/>
          <a:p>
            <a:fld id="{83093A71-F838-4640-BD7B-70A576B87357}" type="slidenum">
              <a:rPr lang="en-GB" smtClean="0"/>
              <a:t>3</a:t>
            </a:fld>
            <a:endParaRPr lang="en-GB"/>
          </a:p>
        </p:txBody>
      </p:sp>
    </p:spTree>
    <p:extLst>
      <p:ext uri="{BB962C8B-B14F-4D97-AF65-F5344CB8AC3E}">
        <p14:creationId xmlns:p14="http://schemas.microsoft.com/office/powerpoint/2010/main" val="2577975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03D26-973E-E5E1-CF1A-0AB86E6692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44CED1-9BB6-C249-883D-496AB8FAE6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8C519B-D249-A3FC-8030-05FCBCA14AAA}"/>
              </a:ext>
            </a:extLst>
          </p:cNvPr>
          <p:cNvSpPr>
            <a:spLocks noGrp="1"/>
          </p:cNvSpPr>
          <p:nvPr>
            <p:ph type="body" idx="1"/>
          </p:nvPr>
        </p:nvSpPr>
        <p:spPr>
          <a:xfrm>
            <a:off x="685800" y="4400550"/>
            <a:ext cx="5562600" cy="3600450"/>
          </a:xfrm>
        </p:spPr>
        <p:txBody>
          <a:bodyPr/>
          <a:lstStyle/>
          <a:p>
            <a:r>
              <a:rPr lang="en-GB" dirty="0"/>
              <a:t>8) This process needs to be run as a performance tuning test, get a baseline in </a:t>
            </a:r>
            <a:r>
              <a:rPr lang="en-GB" dirty="0" err="1"/>
              <a:t>PreProd</a:t>
            </a:r>
            <a:r>
              <a:rPr lang="en-GB" dirty="0"/>
              <a:t> with load, tune the parameters, rerun the baseline and see the change. Alternatively move the logs to faster storage (UPDATE DB CFG FOR DB76 USING LOGPATH &lt;</a:t>
            </a:r>
            <a:r>
              <a:rPr lang="en-GB" dirty="0" err="1"/>
              <a:t>new_path</a:t>
            </a:r>
            <a:r>
              <a:rPr lang="en-GB" dirty="0"/>
              <a:t>&gt; )</a:t>
            </a:r>
          </a:p>
          <a:p>
            <a:endParaRPr lang="en-GB" dirty="0"/>
          </a:p>
          <a:p>
            <a:r>
              <a:rPr lang="en-GB" dirty="0"/>
              <a:t>Monitor the buffer writes blocking over the day- </a:t>
            </a:r>
          </a:p>
          <a:p>
            <a:r>
              <a:rPr lang="en-US" dirty="0"/>
              <a:t>db2 "SELECT    NUM_LOG_BUFFER_FULL FROM TABLE(MON_GET_DATABASE(-2)) AS DB "</a:t>
            </a:r>
          </a:p>
          <a:p>
            <a:r>
              <a:rPr lang="en-GB" dirty="0"/>
              <a:t>#Check the </a:t>
            </a:r>
            <a:r>
              <a:rPr lang="en-GB" dirty="0" err="1"/>
              <a:t>sync_writes_percent</a:t>
            </a:r>
            <a:endParaRPr lang="en-GB" dirty="0"/>
          </a:p>
          <a:p>
            <a:r>
              <a:rPr lang="en-GB" dirty="0"/>
              <a:t>db2 "SELECT BP_NAME, AVG_WRITE_TIME, SYNC_WRITES_PERCENT, AVG_SYNC_WRITE_TIME, AVG_ASYNC_WRITE_TIME FROM SYSIBMADM.MON_BP_UTILIZATION "</a:t>
            </a:r>
          </a:p>
          <a:p>
            <a:r>
              <a:rPr lang="en-GB" dirty="0"/>
              <a:t>#Change the LOGBUFSZ</a:t>
            </a:r>
          </a:p>
          <a:p>
            <a:r>
              <a:rPr lang="en-GB" dirty="0"/>
              <a:t>db2 " UPDATE DB CFG FOR DB76 USING LOGBUFSZ NNN “ (try 4096 in PP)</a:t>
            </a:r>
          </a:p>
          <a:p>
            <a:r>
              <a:rPr lang="en-GB" dirty="0"/>
              <a:t>#Change LOGFILSIZ </a:t>
            </a:r>
          </a:p>
          <a:p>
            <a:r>
              <a:rPr lang="en-GB" dirty="0"/>
              <a:t>db2 " UPDATE DB CFG FOR DB76 USING LOGFILSIZ NNN “ (try 49152 in PP)</a:t>
            </a:r>
          </a:p>
          <a:p>
            <a:r>
              <a:rPr lang="en-GB" dirty="0"/>
              <a:t># Recheck after running if the count is lower for the same period</a:t>
            </a:r>
          </a:p>
          <a:p>
            <a:r>
              <a:rPr lang="en-US" dirty="0"/>
              <a:t>db2 "SELECT    NUM_LOG_BUFFER_FULL FROM TABLE(MON_GET_DATABASE(-2))"</a:t>
            </a:r>
          </a:p>
          <a:p>
            <a:endParaRPr lang="en-GB" b="1" dirty="0"/>
          </a:p>
        </p:txBody>
      </p:sp>
      <p:sp>
        <p:nvSpPr>
          <p:cNvPr id="4" name="Slide Number Placeholder 3">
            <a:extLst>
              <a:ext uri="{FF2B5EF4-FFF2-40B4-BE49-F238E27FC236}">
                <a16:creationId xmlns:a16="http://schemas.microsoft.com/office/drawing/2014/main" id="{05B0C803-5BDA-662C-73BD-60FC32A3F806}"/>
              </a:ext>
            </a:extLst>
          </p:cNvPr>
          <p:cNvSpPr>
            <a:spLocks noGrp="1"/>
          </p:cNvSpPr>
          <p:nvPr>
            <p:ph type="sldNum" sz="quarter" idx="5"/>
          </p:nvPr>
        </p:nvSpPr>
        <p:spPr/>
        <p:txBody>
          <a:bodyPr/>
          <a:lstStyle/>
          <a:p>
            <a:fld id="{83093A71-F838-4640-BD7B-70A576B87357}" type="slidenum">
              <a:rPr lang="en-GB" smtClean="0"/>
              <a:t>4</a:t>
            </a:fld>
            <a:endParaRPr lang="en-GB"/>
          </a:p>
        </p:txBody>
      </p:sp>
    </p:spTree>
    <p:extLst>
      <p:ext uri="{BB962C8B-B14F-4D97-AF65-F5344CB8AC3E}">
        <p14:creationId xmlns:p14="http://schemas.microsoft.com/office/powerpoint/2010/main" val="35327846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4359C-2C70-A880-09C5-0041F92853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7BECCE-B603-A8BA-9C58-F41DDCA944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13E130-BC3B-38FC-9AD4-9B36BBD8B912}"/>
              </a:ext>
            </a:extLst>
          </p:cNvPr>
          <p:cNvSpPr>
            <a:spLocks noGrp="1"/>
          </p:cNvSpPr>
          <p:nvPr>
            <p:ph type="body" idx="1"/>
          </p:nvPr>
        </p:nvSpPr>
        <p:spPr/>
        <p:txBody>
          <a:bodyPr/>
          <a:lstStyle/>
          <a:p>
            <a:r>
              <a:rPr lang="en-US" dirty="0"/>
              <a:t>https://github.com/IBM/db2-samples/blob/master/automaintcfg/DB2AutoRunstatsPolicySample.xml Example Policy FOR TABLES TO INCLUDE</a:t>
            </a:r>
          </a:p>
          <a:p>
            <a:r>
              <a:rPr lang="en-US" dirty="0"/>
              <a:t>You can specify which tables to exclude from the automatic statistics collection by using an expression similar to an SQL-style "where clause" in the </a:t>
            </a:r>
            <a:r>
              <a:rPr lang="en-US" dirty="0" err="1"/>
              <a:t>FilterCondition</a:t>
            </a:r>
            <a:r>
              <a:rPr lang="en-US" dirty="0"/>
              <a:t>.  For example, the following specifies that all tables with names that match the pattern 'EMP%' should be excluded from the statistics collection:</a:t>
            </a:r>
          </a:p>
          <a:p>
            <a:r>
              <a:rPr lang="en-US" dirty="0"/>
              <a:t> &lt;</a:t>
            </a:r>
            <a:r>
              <a:rPr lang="en-US" dirty="0" err="1"/>
              <a:t>RunstatsTableScope</a:t>
            </a:r>
            <a:r>
              <a:rPr lang="en-US" dirty="0"/>
              <a:t>&gt;</a:t>
            </a:r>
          </a:p>
          <a:p>
            <a:r>
              <a:rPr lang="en-US" dirty="0"/>
              <a:t>   &lt;</a:t>
            </a:r>
            <a:r>
              <a:rPr lang="en-US" dirty="0" err="1"/>
              <a:t>FilterCondition</a:t>
            </a:r>
            <a:r>
              <a:rPr lang="en-US" dirty="0"/>
              <a:t>&gt;TABSCHEMA NOT LIKE 'EMP%' &lt;/</a:t>
            </a:r>
            <a:r>
              <a:rPr lang="en-US" dirty="0" err="1"/>
              <a:t>FilterCondition</a:t>
            </a:r>
            <a:r>
              <a:rPr lang="en-US" dirty="0"/>
              <a:t>&gt;</a:t>
            </a:r>
          </a:p>
          <a:p>
            <a:r>
              <a:rPr lang="en-US" dirty="0"/>
              <a:t> &lt;/</a:t>
            </a:r>
            <a:r>
              <a:rPr lang="en-US" dirty="0" err="1"/>
              <a:t>RunstatsTableScope</a:t>
            </a:r>
            <a:r>
              <a:rPr lang="en-US" dirty="0"/>
              <a:t>&gt;</a:t>
            </a:r>
          </a:p>
          <a:p>
            <a:endParaRPr lang="en-US" dirty="0"/>
          </a:p>
          <a:p>
            <a:r>
              <a:rPr lang="en-US" dirty="0"/>
              <a:t>https://github.com/IBM/db2-samples/blob/master/automaintcfg/DB2MaintenanceWindowPolicySample.xml EXAMPLE POLICY</a:t>
            </a:r>
          </a:p>
          <a:p>
            <a:r>
              <a:rPr lang="en-US" dirty="0"/>
              <a:t>The following causes the online maintenance to occur for 3 hours at the beginning of the day, on the 2nd day,4th last day and last day of every months fall on Saturday or Sunday.</a:t>
            </a:r>
          </a:p>
          <a:p>
            <a:r>
              <a:rPr lang="en-US" dirty="0"/>
              <a:t> &lt;</a:t>
            </a:r>
            <a:r>
              <a:rPr lang="en-US" dirty="0" err="1"/>
              <a:t>OnlineWindow</a:t>
            </a:r>
            <a:r>
              <a:rPr lang="en-US" dirty="0"/>
              <a:t> Occurrence="During" </a:t>
            </a:r>
            <a:r>
              <a:rPr lang="en-US" dirty="0" err="1"/>
              <a:t>startTime</a:t>
            </a:r>
            <a:r>
              <a:rPr lang="en-US" dirty="0"/>
              <a:t>="00:00:00" duration="3"&gt;</a:t>
            </a:r>
          </a:p>
          <a:p>
            <a:r>
              <a:rPr lang="en-US" dirty="0"/>
              <a:t>   &lt;</a:t>
            </a:r>
            <a:r>
              <a:rPr lang="en-US" dirty="0" err="1"/>
              <a:t>DaysOfWeek</a:t>
            </a:r>
            <a:r>
              <a:rPr lang="en-US" dirty="0"/>
              <a:t>&gt;Sat Sun&lt;/</a:t>
            </a:r>
            <a:r>
              <a:rPr lang="en-US" dirty="0" err="1"/>
              <a:t>DaysOfWeek</a:t>
            </a:r>
            <a:r>
              <a:rPr lang="en-US" dirty="0"/>
              <a:t>&gt;</a:t>
            </a:r>
          </a:p>
          <a:p>
            <a:r>
              <a:rPr lang="en-US" dirty="0"/>
              <a:t>   &lt;</a:t>
            </a:r>
            <a:r>
              <a:rPr lang="en-US" dirty="0" err="1"/>
              <a:t>DaysOfMonth</a:t>
            </a:r>
            <a:r>
              <a:rPr lang="en-US" dirty="0"/>
              <a:t>&gt;2 -4 -1&lt;/</a:t>
            </a:r>
            <a:r>
              <a:rPr lang="en-US" dirty="0" err="1"/>
              <a:t>DaysOfMonth</a:t>
            </a:r>
            <a:r>
              <a:rPr lang="en-US" dirty="0"/>
              <a:t>&gt;</a:t>
            </a:r>
          </a:p>
          <a:p>
            <a:r>
              <a:rPr lang="en-US" dirty="0"/>
              <a:t>   &lt;</a:t>
            </a:r>
            <a:r>
              <a:rPr lang="en-US" dirty="0" err="1"/>
              <a:t>MonthsOfYear</a:t>
            </a:r>
            <a:r>
              <a:rPr lang="en-US" dirty="0"/>
              <a:t>&gt;All&lt;/</a:t>
            </a:r>
            <a:r>
              <a:rPr lang="en-US" dirty="0" err="1"/>
              <a:t>MonthsOfYear</a:t>
            </a:r>
            <a:r>
              <a:rPr lang="en-US" dirty="0"/>
              <a:t>&gt;</a:t>
            </a:r>
          </a:p>
          <a:p>
            <a:r>
              <a:rPr lang="en-US" dirty="0"/>
              <a:t> &lt;/</a:t>
            </a:r>
            <a:r>
              <a:rPr lang="en-US" dirty="0" err="1"/>
              <a:t>OnlineWindow</a:t>
            </a:r>
            <a:r>
              <a:rPr lang="en-US" dirty="0"/>
              <a:t>&gt;</a:t>
            </a:r>
            <a:endParaRPr lang="en-GB" dirty="0"/>
          </a:p>
        </p:txBody>
      </p:sp>
      <p:sp>
        <p:nvSpPr>
          <p:cNvPr id="4" name="Slide Number Placeholder 3">
            <a:extLst>
              <a:ext uri="{FF2B5EF4-FFF2-40B4-BE49-F238E27FC236}">
                <a16:creationId xmlns:a16="http://schemas.microsoft.com/office/drawing/2014/main" id="{34768036-A0AD-759F-4737-CF44BF0D7FA0}"/>
              </a:ext>
            </a:extLst>
          </p:cNvPr>
          <p:cNvSpPr>
            <a:spLocks noGrp="1"/>
          </p:cNvSpPr>
          <p:nvPr>
            <p:ph type="sldNum" sz="quarter" idx="5"/>
          </p:nvPr>
        </p:nvSpPr>
        <p:spPr/>
        <p:txBody>
          <a:bodyPr/>
          <a:lstStyle/>
          <a:p>
            <a:fld id="{83093A71-F838-4640-BD7B-70A576B87357}" type="slidenum">
              <a:rPr lang="en-GB" smtClean="0"/>
              <a:t>5</a:t>
            </a:fld>
            <a:endParaRPr lang="en-GB"/>
          </a:p>
        </p:txBody>
      </p:sp>
    </p:spTree>
    <p:extLst>
      <p:ext uri="{BB962C8B-B14F-4D97-AF65-F5344CB8AC3E}">
        <p14:creationId xmlns:p14="http://schemas.microsoft.com/office/powerpoint/2010/main" val="9998341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E8DB8-B58A-B5A1-1292-FCD28B494C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1A264A-5B09-19F6-7AAD-303696F2AD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6AEAF-3352-02BF-2730-A038F84DC5E1}"/>
              </a:ext>
            </a:extLst>
          </p:cNvPr>
          <p:cNvSpPr>
            <a:spLocks noGrp="1"/>
          </p:cNvSpPr>
          <p:nvPr>
            <p:ph type="body" idx="1"/>
          </p:nvPr>
        </p:nvSpPr>
        <p:spPr>
          <a:xfrm>
            <a:off x="685800" y="4400550"/>
            <a:ext cx="5486400" cy="3997492"/>
          </a:xfrm>
        </p:spPr>
        <p:txBody>
          <a:bodyPr/>
          <a:lstStyle/>
          <a:p>
            <a:pPr algn="l" fontAlgn="b"/>
            <a:r>
              <a:rPr lang="en-US" sz="1200" b="0" i="0" u="none" strike="noStrike" dirty="0">
                <a:solidFill>
                  <a:srgbClr val="000000"/>
                </a:solidFill>
                <a:effectLst/>
                <a:latin typeface="+mn-lt"/>
              </a:rPr>
              <a:t># Get the status of REORGS (db2db2pd -reorgs -</a:t>
            </a:r>
            <a:r>
              <a:rPr lang="en-US" sz="1200" b="0" i="0" u="none" strike="noStrike" dirty="0" err="1">
                <a:solidFill>
                  <a:srgbClr val="000000"/>
                </a:solidFill>
                <a:effectLst/>
                <a:latin typeface="+mn-lt"/>
              </a:rPr>
              <a:t>db</a:t>
            </a:r>
            <a:r>
              <a:rPr lang="en-US" sz="1200" b="0" i="0" u="none" strike="noStrike" dirty="0">
                <a:solidFill>
                  <a:srgbClr val="000000"/>
                </a:solidFill>
                <a:effectLst/>
                <a:latin typeface="+mn-lt"/>
              </a:rPr>
              <a:t> DB76 &lt;&lt; Look at status)</a:t>
            </a:r>
          </a:p>
          <a:p>
            <a:pPr algn="l" fontAlgn="b"/>
            <a:r>
              <a:rPr lang="en-US" sz="1200" b="0" i="0" u="none" strike="noStrike" dirty="0">
                <a:solidFill>
                  <a:srgbClr val="000000"/>
                </a:solidFill>
                <a:effectLst/>
                <a:latin typeface="+mn-lt"/>
              </a:rPr>
              <a:t>db2 "SELECT SUBSTR(TABNAME, 1, 15) AS TAB_NAME, SUBSTR(TABSCHEMA, 1, 15) AS TAB_SCHEMA, REORG_PHASE, SUBSTR(REORG_TYPE, 1, 50) AS REORG_TYPE, REORG_STATUS, REORG_COMPLETION, DBPARTITIONNUM FROM SYSIBMADM.SNAPTAB_REORG ORDER BY DBPARTITIONNUM" </a:t>
            </a:r>
          </a:p>
          <a:p>
            <a:pPr algn="l" fontAlgn="b"/>
            <a:endParaRPr lang="en-US" dirty="0">
              <a:solidFill>
                <a:srgbClr val="000000"/>
              </a:solidFill>
            </a:endParaRPr>
          </a:p>
          <a:p>
            <a:pPr algn="l" fontAlgn="b"/>
            <a:r>
              <a:rPr lang="en-US" sz="1200" b="0" i="0" u="none" strike="noStrike" dirty="0">
                <a:solidFill>
                  <a:srgbClr val="000000"/>
                </a:solidFill>
                <a:effectLst/>
                <a:latin typeface="+mn-lt"/>
              </a:rPr>
              <a:t>Table statistics:</a:t>
            </a:r>
          </a:p>
          <a:p>
            <a:pPr algn="l" fontAlgn="b"/>
            <a:endParaRPr lang="en-US" sz="1200" b="0" i="0" u="none" strike="noStrike" dirty="0">
              <a:solidFill>
                <a:srgbClr val="000000"/>
              </a:solidFill>
              <a:effectLst/>
              <a:latin typeface="+mn-lt"/>
            </a:endParaRPr>
          </a:p>
          <a:p>
            <a:pPr algn="l" fontAlgn="b"/>
            <a:r>
              <a:rPr lang="en-US" sz="1200" b="0" i="0" u="none" strike="noStrike" dirty="0">
                <a:solidFill>
                  <a:srgbClr val="000000"/>
                </a:solidFill>
                <a:effectLst/>
                <a:latin typeface="+mn-lt"/>
              </a:rPr>
              <a:t>F1: 100 * OVERFLOW / CARD &lt; 5</a:t>
            </a:r>
          </a:p>
          <a:p>
            <a:pPr algn="l" fontAlgn="b"/>
            <a:r>
              <a:rPr lang="en-US" sz="1200" b="0" i="0" u="none" strike="noStrike" dirty="0">
                <a:solidFill>
                  <a:srgbClr val="000000"/>
                </a:solidFill>
                <a:effectLst/>
                <a:latin typeface="+mn-lt"/>
              </a:rPr>
              <a:t>F2: 100 * (Effective Space Utilization of Data Pages) &gt; 70</a:t>
            </a:r>
          </a:p>
          <a:p>
            <a:pPr algn="l" fontAlgn="b"/>
            <a:r>
              <a:rPr lang="en-US" sz="1200" b="0" i="0" u="none" strike="noStrike" dirty="0">
                <a:solidFill>
                  <a:srgbClr val="000000"/>
                </a:solidFill>
                <a:effectLst/>
                <a:latin typeface="+mn-lt"/>
              </a:rPr>
              <a:t>F3: 100 * (Required Pages / Total Pages) &gt; 80</a:t>
            </a:r>
          </a:p>
          <a:p>
            <a:pPr algn="l" fontAlgn="b"/>
            <a:endParaRPr lang="en-US" sz="1200" b="0" i="0" u="none" strike="noStrike" dirty="0">
              <a:solidFill>
                <a:srgbClr val="000000"/>
              </a:solidFill>
              <a:effectLst/>
              <a:latin typeface="+mn-lt"/>
            </a:endParaRPr>
          </a:p>
          <a:p>
            <a:pPr algn="l" fontAlgn="b"/>
            <a:r>
              <a:rPr lang="en-US" sz="1200" b="0" i="0" u="none" strike="noStrike" dirty="0">
                <a:solidFill>
                  <a:srgbClr val="000000"/>
                </a:solidFill>
                <a:effectLst/>
                <a:latin typeface="+mn-lt"/>
              </a:rPr>
              <a:t>Index statistics:</a:t>
            </a:r>
          </a:p>
          <a:p>
            <a:pPr algn="l" fontAlgn="b"/>
            <a:endParaRPr lang="en-US" sz="1200" b="0" i="0" u="none" strike="noStrike" dirty="0">
              <a:solidFill>
                <a:srgbClr val="000000"/>
              </a:solidFill>
              <a:effectLst/>
              <a:latin typeface="+mn-lt"/>
            </a:endParaRPr>
          </a:p>
          <a:p>
            <a:pPr algn="l" fontAlgn="b"/>
            <a:r>
              <a:rPr lang="en-US" sz="1200" b="0" i="0" u="none" strike="noStrike" dirty="0">
                <a:solidFill>
                  <a:srgbClr val="000000"/>
                </a:solidFill>
                <a:effectLst/>
                <a:latin typeface="+mn-lt"/>
              </a:rPr>
              <a:t>F4: CLUSTERRATIO or normalized CLUSTERFACTOR &gt; 80</a:t>
            </a:r>
          </a:p>
          <a:p>
            <a:pPr algn="l" fontAlgn="b"/>
            <a:r>
              <a:rPr lang="en-US" sz="1200" b="0" i="0" u="none" strike="noStrike" dirty="0">
                <a:solidFill>
                  <a:srgbClr val="000000"/>
                </a:solidFill>
                <a:effectLst/>
                <a:latin typeface="+mn-lt"/>
              </a:rPr>
              <a:t>F5: 100 * (Space used on leaf pages / Space available on non-empty leaf pages) &gt; MIN(50, (100 - PCTFREE))</a:t>
            </a:r>
          </a:p>
          <a:p>
            <a:pPr algn="l" fontAlgn="b"/>
            <a:r>
              <a:rPr lang="en-US" sz="1200" b="0" i="0" u="none" strike="noStrike" dirty="0">
                <a:solidFill>
                  <a:srgbClr val="000000"/>
                </a:solidFill>
                <a:effectLst/>
                <a:latin typeface="+mn-lt"/>
              </a:rPr>
              <a:t>F6: (100 - PCTFREE) * (Amount of space available in an index with one less level / Amount of space required for all keys) &lt; 100</a:t>
            </a:r>
          </a:p>
          <a:p>
            <a:pPr algn="l" fontAlgn="b"/>
            <a:r>
              <a:rPr lang="en-US" sz="1200" b="0" i="0" u="none" strike="noStrike" dirty="0">
                <a:solidFill>
                  <a:srgbClr val="000000"/>
                </a:solidFill>
                <a:effectLst/>
                <a:latin typeface="+mn-lt"/>
              </a:rPr>
              <a:t>F7: 100 * (Number of pseudo-deleted RIDs / Total number of RIDs) &lt; 20</a:t>
            </a:r>
          </a:p>
          <a:p>
            <a:pPr algn="l" fontAlgn="b"/>
            <a:r>
              <a:rPr lang="en-US" sz="1200" b="0" i="0" u="none" strike="noStrike" dirty="0">
                <a:solidFill>
                  <a:srgbClr val="000000"/>
                </a:solidFill>
                <a:effectLst/>
                <a:latin typeface="+mn-lt"/>
              </a:rPr>
              <a:t>F8: 100 * (Number of pseudo-empty leaf pages / Total number of leaf pages) &lt; 20</a:t>
            </a:r>
          </a:p>
          <a:p>
            <a:endParaRPr lang="en-GB" dirty="0"/>
          </a:p>
        </p:txBody>
      </p:sp>
      <p:sp>
        <p:nvSpPr>
          <p:cNvPr id="4" name="Slide Number Placeholder 3">
            <a:extLst>
              <a:ext uri="{FF2B5EF4-FFF2-40B4-BE49-F238E27FC236}">
                <a16:creationId xmlns:a16="http://schemas.microsoft.com/office/drawing/2014/main" id="{E96515E3-65D3-A8AE-1964-573407983BE0}"/>
              </a:ext>
            </a:extLst>
          </p:cNvPr>
          <p:cNvSpPr>
            <a:spLocks noGrp="1"/>
          </p:cNvSpPr>
          <p:nvPr>
            <p:ph type="sldNum" sz="quarter" idx="5"/>
          </p:nvPr>
        </p:nvSpPr>
        <p:spPr/>
        <p:txBody>
          <a:bodyPr/>
          <a:lstStyle/>
          <a:p>
            <a:fld id="{83093A71-F838-4640-BD7B-70A576B87357}" type="slidenum">
              <a:rPr lang="en-GB" smtClean="0"/>
              <a:t>6</a:t>
            </a:fld>
            <a:endParaRPr lang="en-GB"/>
          </a:p>
        </p:txBody>
      </p:sp>
    </p:spTree>
    <p:extLst>
      <p:ext uri="{BB962C8B-B14F-4D97-AF65-F5344CB8AC3E}">
        <p14:creationId xmlns:p14="http://schemas.microsoft.com/office/powerpoint/2010/main" val="1535843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0E685-6A19-745A-8272-5AC82F8C6A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746841-AA41-AE23-E617-E7F58C0DA5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A19304-2440-DAF0-9841-F3FAF254802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27EAA56-4F5E-B04D-3C03-6BE7B919169B}"/>
              </a:ext>
            </a:extLst>
          </p:cNvPr>
          <p:cNvSpPr>
            <a:spLocks noGrp="1"/>
          </p:cNvSpPr>
          <p:nvPr>
            <p:ph type="sldNum" sz="quarter" idx="5"/>
          </p:nvPr>
        </p:nvSpPr>
        <p:spPr/>
        <p:txBody>
          <a:bodyPr/>
          <a:lstStyle/>
          <a:p>
            <a:fld id="{83093A71-F838-4640-BD7B-70A576B87357}" type="slidenum">
              <a:rPr lang="en-GB" smtClean="0"/>
              <a:t>7</a:t>
            </a:fld>
            <a:endParaRPr lang="en-GB"/>
          </a:p>
        </p:txBody>
      </p:sp>
    </p:spTree>
    <p:extLst>
      <p:ext uri="{BB962C8B-B14F-4D97-AF65-F5344CB8AC3E}">
        <p14:creationId xmlns:p14="http://schemas.microsoft.com/office/powerpoint/2010/main" val="33758822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A61ED-5610-EBBA-3FBF-AEB9B535C8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B065CE-017B-79CC-8F9E-A57CF221E1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CD1FA3-C8E6-26A6-B72B-FD72AF611524}"/>
              </a:ext>
            </a:extLst>
          </p:cNvPr>
          <p:cNvSpPr>
            <a:spLocks noGrp="1"/>
          </p:cNvSpPr>
          <p:nvPr>
            <p:ph type="body" idx="1"/>
          </p:nvPr>
        </p:nvSpPr>
        <p:spPr/>
        <p:txBody>
          <a:bodyPr/>
          <a:lstStyle/>
          <a:p>
            <a:r>
              <a:rPr lang="en-GB" dirty="0" err="1"/>
              <a:t>Bufferpool</a:t>
            </a:r>
            <a:r>
              <a:rPr lang="en-GB" dirty="0"/>
              <a:t> monitoring: https://www.ibm.com/docs/en/db2/11.1?topic=scenarios-monitoring-buffer-pool-efficiency</a:t>
            </a:r>
          </a:p>
        </p:txBody>
      </p:sp>
      <p:sp>
        <p:nvSpPr>
          <p:cNvPr id="4" name="Slide Number Placeholder 3">
            <a:extLst>
              <a:ext uri="{FF2B5EF4-FFF2-40B4-BE49-F238E27FC236}">
                <a16:creationId xmlns:a16="http://schemas.microsoft.com/office/drawing/2014/main" id="{7A9ADD62-CD05-5779-59FA-6ACEF1A6EA60}"/>
              </a:ext>
            </a:extLst>
          </p:cNvPr>
          <p:cNvSpPr>
            <a:spLocks noGrp="1"/>
          </p:cNvSpPr>
          <p:nvPr>
            <p:ph type="sldNum" sz="quarter" idx="5"/>
          </p:nvPr>
        </p:nvSpPr>
        <p:spPr/>
        <p:txBody>
          <a:bodyPr/>
          <a:lstStyle/>
          <a:p>
            <a:fld id="{83093A71-F838-4640-BD7B-70A576B87357}" type="slidenum">
              <a:rPr lang="en-GB" smtClean="0"/>
              <a:t>8</a:t>
            </a:fld>
            <a:endParaRPr lang="en-GB"/>
          </a:p>
        </p:txBody>
      </p:sp>
    </p:spTree>
    <p:extLst>
      <p:ext uri="{BB962C8B-B14F-4D97-AF65-F5344CB8AC3E}">
        <p14:creationId xmlns:p14="http://schemas.microsoft.com/office/powerpoint/2010/main" val="21929141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AB9F8-0F24-41C6-D025-29CCAC33A5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5FDD56-ADCD-5CDE-23E8-E06AE8FE58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FFE70C-BE7C-FA3E-7894-2898C9EB741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A016D8C2-72FE-E17B-8CDC-B35843F55EF2}"/>
              </a:ext>
            </a:extLst>
          </p:cNvPr>
          <p:cNvSpPr>
            <a:spLocks noGrp="1"/>
          </p:cNvSpPr>
          <p:nvPr>
            <p:ph type="sldNum" sz="quarter" idx="5"/>
          </p:nvPr>
        </p:nvSpPr>
        <p:spPr/>
        <p:txBody>
          <a:bodyPr/>
          <a:lstStyle/>
          <a:p>
            <a:fld id="{83093A71-F838-4640-BD7B-70A576B87357}" type="slidenum">
              <a:rPr lang="en-GB" smtClean="0"/>
              <a:t>9</a:t>
            </a:fld>
            <a:endParaRPr lang="en-GB"/>
          </a:p>
        </p:txBody>
      </p:sp>
    </p:spTree>
    <p:extLst>
      <p:ext uri="{BB962C8B-B14F-4D97-AF65-F5344CB8AC3E}">
        <p14:creationId xmlns:p14="http://schemas.microsoft.com/office/powerpoint/2010/main" val="31702741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251D3-AC3A-5EE9-B829-07775741C0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DD118C-2D61-F001-D97D-D7A4371A34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36D803-73B5-203C-E65C-483B543ACF2C}"/>
              </a:ext>
            </a:extLst>
          </p:cNvPr>
          <p:cNvSpPr>
            <a:spLocks noGrp="1"/>
          </p:cNvSpPr>
          <p:nvPr>
            <p:ph type="body" idx="1"/>
          </p:nvPr>
        </p:nvSpPr>
        <p:spPr/>
        <p:txBody>
          <a:bodyPr/>
          <a:lstStyle/>
          <a:p>
            <a:r>
              <a:rPr lang="en-GB" b="1" u="sng" dirty="0"/>
              <a:t>SNAP_GET_DB Fields</a:t>
            </a:r>
          </a:p>
          <a:p>
            <a:r>
              <a:rPr lang="en-GB" dirty="0"/>
              <a:t>SNAPSHOT_TIMESTAMP,DB_NAME,DB_PATH,INPUT_DB_ALIAS,DB_STATUS,CATALOG_PARTITION,CATALOG_PARTITION_NAME,SERVER_PLATFORM,DB_LOCATION,DB_CONN_TIME,LAST_RESET,LAST_BACKUP,CONNECTIONS_TOP,TOTAL_CONS,TOTAL_SEC_CONS,APPLS_CUR_CONS,APPLS_IN_DB2,NUM_ASSOC_AGENTS,AGENTS_TOP,COORD_AGENTS_TOP,LOCKS_HELD,LOCK_WAITS,LOCK_WAIT_TIME,LOCK_LIST_IN_USE,DEADLOCKS,LOCK_ESCALS,X_LOCK_ESCALS,LOCKS_WAITING,LOCK_TIMEOUTS,NUM_INDOUBT_TRANS,SORT_HEAP_ALLOCATED,SORT_SHRHEAP_ALLOCATED,SORT_SHRHEAP_TOP,POST_SHRTHRESHOLD_SORTS,TOTAL_SORTS,TOTAL_SORT_TIME,SORT_OVERFLOWS,ACTIVE_SORTS,POOL_DATA_L_READS,POOL_DATA_P_READS,POOL_TEMP_DATA_L_READS,POOL_TEMP_DATA_P_READS,POOL_ASYNC_DATA_READS,POOL_DATA_WRITES,POOL_ASYNC_DATA_WRITES,POOL_INDEX_L_READS,POOL_INDEX_P_READS,POOL_TEMP_INDEX_L_READS,POOL_TEMP_INDEX_P_READS,POOL_ASYNC_INDEX_READS,POOL_INDEX_WRITES,POOL_ASYNC_INDEX_WRITES,POOL_XDA_P_READS,POOL_XDA_L_READS,POOL_XDA_WRITES,POOL_ASYNC_XDA_READS,POOL_ASYNC_XDA_WRITES,POOL_TEMP_XDA_P_READS,POOL_TEMP_XDA_L_READS,POOL_READ_TIME,POOL_WRITE_TIME,POOL_ASYNC_READ_TIME,POOL_ASYNC_WRITE_TIME,POOL_ASYNC_DATA_READ_REQS,POOL_ASYNC_INDEX_READ_REQS,POOL_ASYNC_XDA_READ_REQS,POOL_NO_VICTIM_BUFFER,POOL_LSN_GAP_CLNS,POOL_DRTY_PG_STEAL_CLNS,POOL_DRTY_PG_THRSH_CLNS,PREFETCH_WAIT_TIME,UNREAD_PREFETCH_PAGES,DIRECT_READS,DIRECT_WRITES,DIRECT_READ_REQS,DIRECT_WRITE_REQS,DIRECT_READ_TIME,DIRECT_WRITE_TIME,FILES_CLOSED,ELAPSED_EXEC_TIME_S,ELAPSED_EXEC_TIME_MS,COMMIT_SQL_STMTS,ROLLBACK_SQL_STMTS,DYNAMIC_SQL_STMTS,STATIC_SQL_STMTS,FAILED_SQL_STMTS,SELECT_SQL_STMTS,UID_SQL_STMTS,DDL_SQL_STMTS,INT_AUTO_REBINDS,INT_ROWS_DELETED,INT_ROWS_INSERTED,INT_ROWS_UPDATED,INT_COMMITS,INT_ROLLBACKS,INT_DEADLOCK_ROLLBACKS,ROWS_DELETED,ROWS_INSERTED,ROWS_UPDATED,ROWS_SELECTED,ROWS_READ,BINDS_PRECOMPILES,TOTAL_LOG_AVAILABLE,TOTAL_LOG_USED,SEC_LOG_USED_TOP,TOT_LOG_USED_TOP,SEC_LOGS_ALLOCATED,LOG_READS,LOG_READ_TIME_S,LOG_READ_TIME_NS,LOG_WRITES,LOG_WRITE_TIME_S,LOG_WRITE_TIME_NS,NUM_LOG_WRITE_IO,NUM_LOG_READ_IO,NUM_LOG_PART_PAGE_IO,NUM_LOG_BUFFER_FULL,NUM_LOG_DATA_FOUND_IN_BUFFER,APPL_ID_OLDEST_XACT,LOG_TO_REDO_FOR_RECOVERY,LOG_HELD_BY_DIRTY_PAGES,PKG_CACHE_LOOKUPS,PKG_CACHE_INSERTS,PKG_CACHE_NUM_OVERFLOWS,PKG_CACHE_SIZE_TOP,APPL_SECTION_LOOKUPS,APPL_SECTION_INSERTS,CAT_CACHE_LOOKUPS,CAT_CACHE_INSERTS,CAT_CACHE_OVERFLOWS,CAT_CACHE_SIZE_TOP,PRIV_WORKSPACE_SIZE_TOP,PRIV_WORKSPACE_NUM_OVERFLOWS,PRIV_WORKSPACE_SECTION_INSERTS,PRIV_WORKSPACE_SECTION_LOOKUPS,SHR_WORKSPACE_SIZE_TOP,SHR_WORKSPACE_NUM_OVERFLOWS,SHR_WORKSPACE_SECTION_INSERTS,SHR_WORKSPACE_SECTION_LOOKUPS,TOTAL_HASH_JOINS,TOTAL_HASH_LOOPS,HASH_JOIN_OVERFLOWS,HASH_JOIN_SMALL_OVERFLOWS,POST_SHRTHRESHOLD_HASH_JOINS,ACTIVE_HASH_JOINS,NUM_DB_STORAGE_PATHS,DBPARTITIONNUM,SMALLEST_LOG_AVAIL_NODE,TOTAL_OLAP_FUNCS,OLAP_FUNC_OVERFLOWS,ACTIVE_OLAP_FUNCS,STATS_CACHE_SIZE,STATS_FABRICATIONS,SYNC_RUNSTATS,ASYNC_RUNSTATS,STATS_FABRICATE_TIME,SYNC_RUNSTATS_TIME,NUM_THRESHOLD_VIOLATIONS,MEMBER</a:t>
            </a:r>
          </a:p>
        </p:txBody>
      </p:sp>
      <p:sp>
        <p:nvSpPr>
          <p:cNvPr id="4" name="Slide Number Placeholder 3">
            <a:extLst>
              <a:ext uri="{FF2B5EF4-FFF2-40B4-BE49-F238E27FC236}">
                <a16:creationId xmlns:a16="http://schemas.microsoft.com/office/drawing/2014/main" id="{B7C4441A-157E-33A7-F3C0-496B7C6E417D}"/>
              </a:ext>
            </a:extLst>
          </p:cNvPr>
          <p:cNvSpPr>
            <a:spLocks noGrp="1"/>
          </p:cNvSpPr>
          <p:nvPr>
            <p:ph type="sldNum" sz="quarter" idx="5"/>
          </p:nvPr>
        </p:nvSpPr>
        <p:spPr/>
        <p:txBody>
          <a:bodyPr/>
          <a:lstStyle/>
          <a:p>
            <a:fld id="{83093A71-F838-4640-BD7B-70A576B87357}" type="slidenum">
              <a:rPr lang="en-GB" smtClean="0"/>
              <a:t>10</a:t>
            </a:fld>
            <a:endParaRPr lang="en-GB"/>
          </a:p>
        </p:txBody>
      </p:sp>
    </p:spTree>
    <p:extLst>
      <p:ext uri="{BB962C8B-B14F-4D97-AF65-F5344CB8AC3E}">
        <p14:creationId xmlns:p14="http://schemas.microsoft.com/office/powerpoint/2010/main" val="6088523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a:extLst>
              <a:ext uri="{FF2B5EF4-FFF2-40B4-BE49-F238E27FC236}">
                <a16:creationId xmlns:a16="http://schemas.microsoft.com/office/drawing/2014/main" id="{AA726040-1E68-4ACB-BB09-F105B87845C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5" name="Notes Placeholder 2">
            <a:extLst>
              <a:ext uri="{FF2B5EF4-FFF2-40B4-BE49-F238E27FC236}">
                <a16:creationId xmlns:a16="http://schemas.microsoft.com/office/drawing/2014/main" id="{68AE97C9-A510-4131-A6AC-0A3626FF5C2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ea typeface="MS PGothic" panose="020B0600070205080204" pitchFamily="34" charset="-128"/>
            </a:endParaRPr>
          </a:p>
        </p:txBody>
      </p:sp>
      <p:sp>
        <p:nvSpPr>
          <p:cNvPr id="18436" name="Slide Number Placeholder 3">
            <a:extLst>
              <a:ext uri="{FF2B5EF4-FFF2-40B4-BE49-F238E27FC236}">
                <a16:creationId xmlns:a16="http://schemas.microsoft.com/office/drawing/2014/main" id="{64E0ACCA-157A-4418-A583-BB2099CBC68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Lato" charset="0"/>
              </a:defRPr>
            </a:lvl1pPr>
            <a:lvl2pPr marL="742950" indent="-285750">
              <a:defRPr>
                <a:solidFill>
                  <a:schemeClr val="tx1"/>
                </a:solidFill>
                <a:latin typeface="Lato" charset="0"/>
              </a:defRPr>
            </a:lvl2pPr>
            <a:lvl3pPr marL="1143000" indent="-228600">
              <a:defRPr>
                <a:solidFill>
                  <a:schemeClr val="tx1"/>
                </a:solidFill>
                <a:latin typeface="Lato" charset="0"/>
              </a:defRPr>
            </a:lvl3pPr>
            <a:lvl4pPr marL="1600200" indent="-228600">
              <a:defRPr>
                <a:solidFill>
                  <a:schemeClr val="tx1"/>
                </a:solidFill>
                <a:latin typeface="Lato" charset="0"/>
              </a:defRPr>
            </a:lvl4pPr>
            <a:lvl5pPr marL="2057400" indent="-228600">
              <a:defRPr>
                <a:solidFill>
                  <a:schemeClr val="tx1"/>
                </a:solidFill>
                <a:latin typeface="Lato" charset="0"/>
              </a:defRPr>
            </a:lvl5pPr>
            <a:lvl6pPr marL="2514600" indent="-228600" eaLnBrk="0" fontAlgn="base" hangingPunct="0">
              <a:spcBef>
                <a:spcPct val="0"/>
              </a:spcBef>
              <a:spcAft>
                <a:spcPct val="0"/>
              </a:spcAft>
              <a:defRPr>
                <a:solidFill>
                  <a:schemeClr val="tx1"/>
                </a:solidFill>
                <a:latin typeface="Lato" charset="0"/>
              </a:defRPr>
            </a:lvl6pPr>
            <a:lvl7pPr marL="2971800" indent="-228600" eaLnBrk="0" fontAlgn="base" hangingPunct="0">
              <a:spcBef>
                <a:spcPct val="0"/>
              </a:spcBef>
              <a:spcAft>
                <a:spcPct val="0"/>
              </a:spcAft>
              <a:defRPr>
                <a:solidFill>
                  <a:schemeClr val="tx1"/>
                </a:solidFill>
                <a:latin typeface="Lato" charset="0"/>
              </a:defRPr>
            </a:lvl7pPr>
            <a:lvl8pPr marL="3429000" indent="-228600" eaLnBrk="0" fontAlgn="base" hangingPunct="0">
              <a:spcBef>
                <a:spcPct val="0"/>
              </a:spcBef>
              <a:spcAft>
                <a:spcPct val="0"/>
              </a:spcAft>
              <a:defRPr>
                <a:solidFill>
                  <a:schemeClr val="tx1"/>
                </a:solidFill>
                <a:latin typeface="Lato" charset="0"/>
              </a:defRPr>
            </a:lvl8pPr>
            <a:lvl9pPr marL="3886200" indent="-228600" eaLnBrk="0" fontAlgn="base" hangingPunct="0">
              <a:spcBef>
                <a:spcPct val="0"/>
              </a:spcBef>
              <a:spcAft>
                <a:spcPct val="0"/>
              </a:spcAft>
              <a:defRPr>
                <a:solidFill>
                  <a:schemeClr val="tx1"/>
                </a:solidFill>
                <a:latin typeface="Lato" charset="0"/>
              </a:defRPr>
            </a:lvl9pPr>
          </a:lstStyle>
          <a:p>
            <a:pPr fontAlgn="base">
              <a:spcBef>
                <a:spcPct val="0"/>
              </a:spcBef>
              <a:spcAft>
                <a:spcPct val="0"/>
              </a:spcAft>
            </a:pPr>
            <a:fld id="{5FABCFA8-136C-4CFD-A94F-3F548FFD8E4A}" type="slidenum">
              <a:rPr lang="en-US" altLang="en-US" smtClean="0">
                <a:latin typeface="Calibri" panose="020F0502020204030204" pitchFamily="34" charset="0"/>
              </a:rPr>
              <a:pPr fontAlgn="base">
                <a:spcBef>
                  <a:spcPct val="0"/>
                </a:spcBef>
                <a:spcAft>
                  <a:spcPct val="0"/>
                </a:spcAft>
              </a:pPr>
              <a:t>11</a:t>
            </a:fld>
            <a:endParaRPr lang="en-US" altLang="en-US">
              <a:latin typeface="Calibri" panose="020F0502020204030204" pitchFamily="34" charset="0"/>
            </a:endParaRPr>
          </a:p>
        </p:txBody>
      </p:sp>
    </p:spTree>
    <p:extLst>
      <p:ext uri="{BB962C8B-B14F-4D97-AF65-F5344CB8AC3E}">
        <p14:creationId xmlns:p14="http://schemas.microsoft.com/office/powerpoint/2010/main" val="5846197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05">
    <p:bg>
      <p:bgPr>
        <a:blipFill dpi="0" rotWithShape="1">
          <a:blip r:embed="rId2">
            <a:lum/>
          </a:blip>
          <a:stretch>
            <a:fillRect t="-1000" b="-1000"/>
          </a:stretch>
        </a:blipFill>
        <a:effectLst/>
      </p:bgPr>
    </p:bg>
    <p:spTree>
      <p:nvGrpSpPr>
        <p:cNvPr id="1" name=""/>
        <p:cNvGrpSpPr/>
        <p:nvPr/>
      </p:nvGrpSpPr>
      <p:grpSpPr>
        <a:xfrm>
          <a:off x="0" y="0"/>
          <a:ext cx="0" cy="0"/>
          <a:chOff x="0" y="0"/>
          <a:chExt cx="0" cy="0"/>
        </a:xfrm>
      </p:grpSpPr>
      <p:sp>
        <p:nvSpPr>
          <p:cNvPr id="80" name="Rectangle 79">
            <a:extLst>
              <a:ext uri="{FF2B5EF4-FFF2-40B4-BE49-F238E27FC236}">
                <a16:creationId xmlns:a16="http://schemas.microsoft.com/office/drawing/2014/main" id="{AE3564A9-55AE-A640-95D4-8FC6888F54D4}"/>
              </a:ext>
            </a:extLst>
          </p:cNvPr>
          <p:cNvSpPr/>
          <p:nvPr userDrawn="1"/>
        </p:nvSpPr>
        <p:spPr>
          <a:xfrm>
            <a:off x="0" y="12905"/>
            <a:ext cx="12175870" cy="6845095"/>
          </a:xfrm>
          <a:prstGeom prst="rect">
            <a:avLst/>
          </a:prstGeom>
          <a:gradFill>
            <a:gsLst>
              <a:gs pos="75000">
                <a:schemeClr val="tx1"/>
              </a:gs>
              <a:gs pos="0">
                <a:schemeClr val="accent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81" name="Title 1">
            <a:extLst>
              <a:ext uri="{FF2B5EF4-FFF2-40B4-BE49-F238E27FC236}">
                <a16:creationId xmlns:a16="http://schemas.microsoft.com/office/drawing/2014/main" id="{52FB1810-235C-4A83-9110-83814C0FE161}"/>
              </a:ext>
            </a:extLst>
          </p:cNvPr>
          <p:cNvSpPr>
            <a:spLocks noGrp="1"/>
          </p:cNvSpPr>
          <p:nvPr>
            <p:ph type="ctrTitle" hasCustomPrompt="1"/>
          </p:nvPr>
        </p:nvSpPr>
        <p:spPr>
          <a:xfrm>
            <a:off x="577515" y="2668595"/>
            <a:ext cx="11059424" cy="756483"/>
          </a:xfrm>
        </p:spPr>
        <p:txBody>
          <a:bodyPr anchor="t">
            <a:noAutofit/>
          </a:bodyPr>
          <a:lstStyle>
            <a:lvl1pPr algn="l">
              <a:defRPr sz="4800" b="1">
                <a:solidFill>
                  <a:schemeClr val="accent2"/>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defRPr>
            </a:lvl1pPr>
          </a:lstStyle>
          <a:p>
            <a:r>
              <a:rPr lang="en-US"/>
              <a:t>CLICK TO EDIT TITLE</a:t>
            </a:r>
          </a:p>
        </p:txBody>
      </p:sp>
      <p:sp>
        <p:nvSpPr>
          <p:cNvPr id="82" name="Subtitle 2">
            <a:extLst>
              <a:ext uri="{FF2B5EF4-FFF2-40B4-BE49-F238E27FC236}">
                <a16:creationId xmlns:a16="http://schemas.microsoft.com/office/drawing/2014/main" id="{C08A9500-1F53-420A-8E30-4BCD27757242}"/>
              </a:ext>
            </a:extLst>
          </p:cNvPr>
          <p:cNvSpPr>
            <a:spLocks noGrp="1"/>
          </p:cNvSpPr>
          <p:nvPr>
            <p:ph type="subTitle" idx="1" hasCustomPrompt="1"/>
          </p:nvPr>
        </p:nvSpPr>
        <p:spPr>
          <a:xfrm>
            <a:off x="577514" y="3840796"/>
            <a:ext cx="11059425" cy="499510"/>
          </a:xfrm>
        </p:spPr>
        <p:txBody>
          <a:bodyPr>
            <a:normAutofit/>
          </a:bodyPr>
          <a:lstStyle>
            <a:lvl1pPr marL="55563" indent="0" algn="l">
              <a:buNone/>
              <a:defRPr sz="2000" b="0">
                <a:solidFill>
                  <a:schemeClr val="bg1"/>
                </a:solidFill>
                <a:effectLst/>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or Version Number</a:t>
            </a:r>
          </a:p>
        </p:txBody>
      </p:sp>
      <p:sp>
        <p:nvSpPr>
          <p:cNvPr id="83" name="Text Placeholder 15">
            <a:extLst>
              <a:ext uri="{FF2B5EF4-FFF2-40B4-BE49-F238E27FC236}">
                <a16:creationId xmlns:a16="http://schemas.microsoft.com/office/drawing/2014/main" id="{A70C0312-DD63-45AD-82C2-7CF81B0FEA90}"/>
              </a:ext>
            </a:extLst>
          </p:cNvPr>
          <p:cNvSpPr>
            <a:spLocks noGrp="1"/>
          </p:cNvSpPr>
          <p:nvPr>
            <p:ph type="body" sz="quarter" idx="13" hasCustomPrompt="1"/>
          </p:nvPr>
        </p:nvSpPr>
        <p:spPr>
          <a:xfrm>
            <a:off x="577850" y="3271950"/>
            <a:ext cx="11058525" cy="600075"/>
          </a:xfrm>
        </p:spPr>
        <p:txBody>
          <a:bodyPr anchor="b">
            <a:normAutofit/>
          </a:bodyPr>
          <a:lstStyle>
            <a:lvl1pPr marL="55563" indent="0">
              <a:buNone/>
              <a:defRPr sz="2800" b="1" baseline="0">
                <a:solidFill>
                  <a:schemeClr val="accent4"/>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defRPr>
            </a:lvl1pPr>
            <a:lvl2pPr>
              <a:defRPr b="1">
                <a:solidFill>
                  <a:srgbClr val="DE1B54"/>
                </a:solidFill>
              </a:defRPr>
            </a:lvl2pPr>
            <a:lvl3pPr>
              <a:defRPr b="1">
                <a:solidFill>
                  <a:srgbClr val="DE1B54"/>
                </a:solidFill>
              </a:defRPr>
            </a:lvl3pPr>
            <a:lvl4pPr>
              <a:defRPr b="1">
                <a:solidFill>
                  <a:srgbClr val="DE1B54"/>
                </a:solidFill>
              </a:defRPr>
            </a:lvl4pPr>
            <a:lvl5pPr>
              <a:defRPr b="1">
                <a:solidFill>
                  <a:srgbClr val="DE1B54"/>
                </a:solidFill>
              </a:defRPr>
            </a:lvl5pPr>
          </a:lstStyle>
          <a:p>
            <a:pPr lvl="0"/>
            <a:r>
              <a:rPr lang="en-US"/>
              <a:t>CLICK TO EDIT</a:t>
            </a:r>
          </a:p>
        </p:txBody>
      </p:sp>
      <p:sp>
        <p:nvSpPr>
          <p:cNvPr id="2" name="Rectangle 1">
            <a:extLst>
              <a:ext uri="{FF2B5EF4-FFF2-40B4-BE49-F238E27FC236}">
                <a16:creationId xmlns:a16="http://schemas.microsoft.com/office/drawing/2014/main" id="{3DC17713-8332-17F4-45C9-CD8437B63673}"/>
              </a:ext>
            </a:extLst>
          </p:cNvPr>
          <p:cNvSpPr/>
          <p:nvPr userDrawn="1"/>
        </p:nvSpPr>
        <p:spPr>
          <a:xfrm rot="16200000">
            <a:off x="4405170" y="-963961"/>
            <a:ext cx="3420017" cy="12198096"/>
          </a:xfrm>
          <a:prstGeom prst="rect">
            <a:avLst/>
          </a:prstGeom>
          <a:gradFill>
            <a:gsLst>
              <a:gs pos="100000">
                <a:schemeClr val="accent1"/>
              </a:gs>
              <a:gs pos="0">
                <a:schemeClr val="accent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4E7590D1-47CF-BDE8-B10B-233919502495}"/>
              </a:ext>
            </a:extLst>
          </p:cNvPr>
          <p:cNvGrpSpPr/>
          <p:nvPr userDrawn="1"/>
        </p:nvGrpSpPr>
        <p:grpSpPr>
          <a:xfrm>
            <a:off x="8983527" y="5835093"/>
            <a:ext cx="2708978" cy="716577"/>
            <a:chOff x="8983527" y="5835093"/>
            <a:chExt cx="2708978" cy="716577"/>
          </a:xfrm>
        </p:grpSpPr>
        <p:grpSp>
          <p:nvGrpSpPr>
            <p:cNvPr id="4" name="Graphic 39">
              <a:extLst>
                <a:ext uri="{FF2B5EF4-FFF2-40B4-BE49-F238E27FC236}">
                  <a16:creationId xmlns:a16="http://schemas.microsoft.com/office/drawing/2014/main" id="{D775EC97-F7F4-0099-5E87-CD6E8BF74997}"/>
                </a:ext>
              </a:extLst>
            </p:cNvPr>
            <p:cNvGrpSpPr/>
            <p:nvPr/>
          </p:nvGrpSpPr>
          <p:grpSpPr>
            <a:xfrm>
              <a:off x="8983527" y="5835093"/>
              <a:ext cx="2708978" cy="407659"/>
              <a:chOff x="8983527" y="5835093"/>
              <a:chExt cx="2708978" cy="407659"/>
            </a:xfrm>
            <a:solidFill>
              <a:srgbClr val="001F60"/>
            </a:solidFill>
          </p:grpSpPr>
          <p:grpSp>
            <p:nvGrpSpPr>
              <p:cNvPr id="27" name="Graphic 39">
                <a:extLst>
                  <a:ext uri="{FF2B5EF4-FFF2-40B4-BE49-F238E27FC236}">
                    <a16:creationId xmlns:a16="http://schemas.microsoft.com/office/drawing/2014/main" id="{10D231D1-0357-5D90-CD37-8C78194DB16B}"/>
                  </a:ext>
                </a:extLst>
              </p:cNvPr>
              <p:cNvGrpSpPr/>
              <p:nvPr/>
            </p:nvGrpSpPr>
            <p:grpSpPr>
              <a:xfrm>
                <a:off x="8983527" y="5835093"/>
                <a:ext cx="2683444" cy="407659"/>
                <a:chOff x="8983527" y="5835093"/>
                <a:chExt cx="2683444" cy="407659"/>
              </a:xfrm>
              <a:solidFill>
                <a:srgbClr val="001F60"/>
              </a:solidFill>
            </p:grpSpPr>
            <p:sp>
              <p:nvSpPr>
                <p:cNvPr id="29" name="Freeform: Shape 28">
                  <a:extLst>
                    <a:ext uri="{FF2B5EF4-FFF2-40B4-BE49-F238E27FC236}">
                      <a16:creationId xmlns:a16="http://schemas.microsoft.com/office/drawing/2014/main" id="{B6B9DDF6-4084-B129-78C7-2B1FCF5474AF}"/>
                    </a:ext>
                  </a:extLst>
                </p:cNvPr>
                <p:cNvSpPr/>
                <p:nvPr/>
              </p:nvSpPr>
              <p:spPr>
                <a:xfrm>
                  <a:off x="8983527" y="5839520"/>
                  <a:ext cx="502411" cy="396737"/>
                </a:xfrm>
                <a:custGeom>
                  <a:avLst/>
                  <a:gdLst>
                    <a:gd name="connsiteX0" fmla="*/ 164422 w 502411"/>
                    <a:gd name="connsiteY0" fmla="*/ 0 h 396737"/>
                    <a:gd name="connsiteX1" fmla="*/ 407218 w 502411"/>
                    <a:gd name="connsiteY1" fmla="*/ 0 h 396737"/>
                    <a:gd name="connsiteX2" fmla="*/ 489576 w 502411"/>
                    <a:gd name="connsiteY2" fmla="*/ 126342 h 396737"/>
                    <a:gd name="connsiteX3" fmla="*/ 298144 w 502411"/>
                    <a:gd name="connsiteY3" fmla="*/ 261688 h 396737"/>
                    <a:gd name="connsiteX4" fmla="*/ 197041 w 502411"/>
                    <a:gd name="connsiteY4" fmla="*/ 261688 h 396737"/>
                    <a:gd name="connsiteX5" fmla="*/ 141102 w 502411"/>
                    <a:gd name="connsiteY5" fmla="*/ 396738 h 396737"/>
                    <a:gd name="connsiteX6" fmla="*/ 0 w 502411"/>
                    <a:gd name="connsiteY6" fmla="*/ 396738 h 396737"/>
                    <a:gd name="connsiteX7" fmla="*/ 164422 w 502411"/>
                    <a:gd name="connsiteY7" fmla="*/ 0 h 396737"/>
                    <a:gd name="connsiteX8" fmla="*/ 228774 w 502411"/>
                    <a:gd name="connsiteY8" fmla="*/ 176525 h 396737"/>
                    <a:gd name="connsiteX9" fmla="*/ 259917 w 502411"/>
                    <a:gd name="connsiteY9" fmla="*/ 176525 h 396737"/>
                    <a:gd name="connsiteX10" fmla="*/ 347441 w 502411"/>
                    <a:gd name="connsiteY10" fmla="*/ 129146 h 396737"/>
                    <a:gd name="connsiteX11" fmla="*/ 297111 w 502411"/>
                    <a:gd name="connsiteY11" fmla="*/ 85458 h 396737"/>
                    <a:gd name="connsiteX12" fmla="*/ 266559 w 502411"/>
                    <a:gd name="connsiteY12" fmla="*/ 85458 h 396737"/>
                    <a:gd name="connsiteX13" fmla="*/ 228774 w 502411"/>
                    <a:gd name="connsiteY13" fmla="*/ 176525 h 396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02411" h="396737">
                      <a:moveTo>
                        <a:pt x="164422" y="0"/>
                      </a:moveTo>
                      <a:lnTo>
                        <a:pt x="407218" y="0"/>
                      </a:lnTo>
                      <a:cubicBezTo>
                        <a:pt x="464632" y="0"/>
                        <a:pt x="530756" y="27453"/>
                        <a:pt x="489576" y="126342"/>
                      </a:cubicBezTo>
                      <a:cubicBezTo>
                        <a:pt x="449873" y="222132"/>
                        <a:pt x="371942" y="261688"/>
                        <a:pt x="298144" y="261688"/>
                      </a:cubicBezTo>
                      <a:lnTo>
                        <a:pt x="197041" y="261688"/>
                      </a:lnTo>
                      <a:lnTo>
                        <a:pt x="141102" y="396738"/>
                      </a:lnTo>
                      <a:lnTo>
                        <a:pt x="0" y="396738"/>
                      </a:lnTo>
                      <a:lnTo>
                        <a:pt x="164422" y="0"/>
                      </a:lnTo>
                      <a:close/>
                      <a:moveTo>
                        <a:pt x="228774" y="176525"/>
                      </a:moveTo>
                      <a:lnTo>
                        <a:pt x="259917" y="176525"/>
                      </a:lnTo>
                      <a:cubicBezTo>
                        <a:pt x="293569" y="176525"/>
                        <a:pt x="330468" y="170178"/>
                        <a:pt x="347441" y="129146"/>
                      </a:cubicBezTo>
                      <a:cubicBezTo>
                        <a:pt x="363529" y="90181"/>
                        <a:pt x="331353" y="85458"/>
                        <a:pt x="297111" y="85458"/>
                      </a:cubicBezTo>
                      <a:lnTo>
                        <a:pt x="266559" y="85458"/>
                      </a:lnTo>
                      <a:lnTo>
                        <a:pt x="228774" y="176525"/>
                      </a:lnTo>
                      <a:close/>
                    </a:path>
                  </a:pathLst>
                </a:custGeom>
                <a:solidFill>
                  <a:schemeClr val="bg1"/>
                </a:solidFill>
                <a:ln w="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0E9D0521-D8A5-84C6-D312-EA8A61AA1129}"/>
                    </a:ext>
                  </a:extLst>
                </p:cNvPr>
                <p:cNvSpPr/>
                <p:nvPr/>
              </p:nvSpPr>
              <p:spPr>
                <a:xfrm>
                  <a:off x="9428971" y="5955678"/>
                  <a:ext cx="345817" cy="280579"/>
                </a:xfrm>
                <a:custGeom>
                  <a:avLst/>
                  <a:gdLst>
                    <a:gd name="connsiteX0" fmla="*/ 237925 w 345817"/>
                    <a:gd name="connsiteY0" fmla="*/ 6347 h 280579"/>
                    <a:gd name="connsiteX1" fmla="*/ 212243 w 345817"/>
                    <a:gd name="connsiteY1" fmla="*/ 68485 h 280579"/>
                    <a:gd name="connsiteX2" fmla="*/ 213276 w 345817"/>
                    <a:gd name="connsiteY2" fmla="*/ 68485 h 280579"/>
                    <a:gd name="connsiteX3" fmla="*/ 325302 w 345817"/>
                    <a:gd name="connsiteY3" fmla="*/ 0 h 280579"/>
                    <a:gd name="connsiteX4" fmla="*/ 345818 w 345817"/>
                    <a:gd name="connsiteY4" fmla="*/ 2657 h 280579"/>
                    <a:gd name="connsiteX5" fmla="*/ 300210 w 345817"/>
                    <a:gd name="connsiteY5" fmla="*/ 112763 h 280579"/>
                    <a:gd name="connsiteX6" fmla="*/ 271872 w 345817"/>
                    <a:gd name="connsiteY6" fmla="*/ 108483 h 280579"/>
                    <a:gd name="connsiteX7" fmla="*/ 173868 w 345817"/>
                    <a:gd name="connsiteY7" fmla="*/ 181100 h 280579"/>
                    <a:gd name="connsiteX8" fmla="*/ 132689 w 345817"/>
                    <a:gd name="connsiteY8" fmla="*/ 280580 h 280579"/>
                    <a:gd name="connsiteX9" fmla="*/ 0 w 345817"/>
                    <a:gd name="connsiteY9" fmla="*/ 280580 h 280579"/>
                    <a:gd name="connsiteX10" fmla="*/ 113649 w 345817"/>
                    <a:gd name="connsiteY10" fmla="*/ 6199 h 280579"/>
                    <a:gd name="connsiteX11" fmla="*/ 237925 w 345817"/>
                    <a:gd name="connsiteY11" fmla="*/ 6199 h 280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5817" h="280579">
                      <a:moveTo>
                        <a:pt x="237925" y="6347"/>
                      </a:moveTo>
                      <a:lnTo>
                        <a:pt x="212243" y="68485"/>
                      </a:lnTo>
                      <a:lnTo>
                        <a:pt x="213276" y="68485"/>
                      </a:lnTo>
                      <a:cubicBezTo>
                        <a:pt x="245157" y="29519"/>
                        <a:pt x="283680" y="0"/>
                        <a:pt x="325302" y="0"/>
                      </a:cubicBezTo>
                      <a:cubicBezTo>
                        <a:pt x="333272" y="0"/>
                        <a:pt x="341242" y="1033"/>
                        <a:pt x="345818" y="2657"/>
                      </a:cubicBezTo>
                      <a:lnTo>
                        <a:pt x="300210" y="112763"/>
                      </a:lnTo>
                      <a:cubicBezTo>
                        <a:pt x="295045" y="110107"/>
                        <a:pt x="284122" y="108483"/>
                        <a:pt x="271872" y="108483"/>
                      </a:cubicBezTo>
                      <a:cubicBezTo>
                        <a:pt x="234973" y="108483"/>
                        <a:pt x="190694" y="140659"/>
                        <a:pt x="173868" y="181100"/>
                      </a:cubicBezTo>
                      <a:lnTo>
                        <a:pt x="132689" y="280580"/>
                      </a:lnTo>
                      <a:lnTo>
                        <a:pt x="0" y="280580"/>
                      </a:lnTo>
                      <a:lnTo>
                        <a:pt x="113649" y="6199"/>
                      </a:lnTo>
                      <a:lnTo>
                        <a:pt x="237925" y="6199"/>
                      </a:lnTo>
                      <a:close/>
                    </a:path>
                  </a:pathLst>
                </a:custGeom>
                <a:solidFill>
                  <a:schemeClr val="bg1"/>
                </a:solidFill>
                <a:ln w="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F571D553-7EE5-D444-E937-CA55E1B2E267}"/>
                    </a:ext>
                  </a:extLst>
                </p:cNvPr>
                <p:cNvSpPr/>
                <p:nvPr/>
              </p:nvSpPr>
              <p:spPr>
                <a:xfrm>
                  <a:off x="9736446" y="5955678"/>
                  <a:ext cx="369960" cy="286926"/>
                </a:xfrm>
                <a:custGeom>
                  <a:avLst/>
                  <a:gdLst>
                    <a:gd name="connsiteX0" fmla="*/ 242764 w 369960"/>
                    <a:gd name="connsiteY0" fmla="*/ 0 h 286926"/>
                    <a:gd name="connsiteX1" fmla="*/ 355970 w 369960"/>
                    <a:gd name="connsiteY1" fmla="*/ 138445 h 286926"/>
                    <a:gd name="connsiteX2" fmla="*/ 123802 w 369960"/>
                    <a:gd name="connsiteY2" fmla="*/ 286926 h 286926"/>
                    <a:gd name="connsiteX3" fmla="*/ 15171 w 369960"/>
                    <a:gd name="connsiteY3" fmla="*/ 138445 h 286926"/>
                    <a:gd name="connsiteX4" fmla="*/ 242616 w 369960"/>
                    <a:gd name="connsiteY4" fmla="*/ 0 h 286926"/>
                    <a:gd name="connsiteX5" fmla="*/ 156568 w 369960"/>
                    <a:gd name="connsiteY5" fmla="*/ 207963 h 286926"/>
                    <a:gd name="connsiteX6" fmla="*/ 214868 w 369960"/>
                    <a:gd name="connsiteY6" fmla="*/ 138445 h 286926"/>
                    <a:gd name="connsiteX7" fmla="*/ 209998 w 369960"/>
                    <a:gd name="connsiteY7" fmla="*/ 78964 h 286926"/>
                    <a:gd name="connsiteX8" fmla="*/ 156420 w 369960"/>
                    <a:gd name="connsiteY8" fmla="*/ 138445 h 286926"/>
                    <a:gd name="connsiteX9" fmla="*/ 156420 w 369960"/>
                    <a:gd name="connsiteY9" fmla="*/ 207963 h 286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9960" h="286926">
                      <a:moveTo>
                        <a:pt x="242764" y="0"/>
                      </a:moveTo>
                      <a:cubicBezTo>
                        <a:pt x="353314" y="0"/>
                        <a:pt x="394198" y="46345"/>
                        <a:pt x="355970" y="138445"/>
                      </a:cubicBezTo>
                      <a:cubicBezTo>
                        <a:pt x="316710" y="233202"/>
                        <a:pt x="234499" y="286926"/>
                        <a:pt x="123802" y="286926"/>
                      </a:cubicBezTo>
                      <a:cubicBezTo>
                        <a:pt x="13105" y="286926"/>
                        <a:pt x="-24090" y="233202"/>
                        <a:pt x="15171" y="138445"/>
                      </a:cubicBezTo>
                      <a:cubicBezTo>
                        <a:pt x="53251" y="46345"/>
                        <a:pt x="131477" y="0"/>
                        <a:pt x="242616" y="0"/>
                      </a:cubicBezTo>
                      <a:close/>
                      <a:moveTo>
                        <a:pt x="156568" y="207963"/>
                      </a:moveTo>
                      <a:cubicBezTo>
                        <a:pt x="182397" y="207963"/>
                        <a:pt x="198338" y="178443"/>
                        <a:pt x="214868" y="138445"/>
                      </a:cubicBezTo>
                      <a:cubicBezTo>
                        <a:pt x="228447" y="105826"/>
                        <a:pt x="235827" y="78964"/>
                        <a:pt x="209998" y="78964"/>
                      </a:cubicBezTo>
                      <a:cubicBezTo>
                        <a:pt x="184168" y="78964"/>
                        <a:pt x="169852" y="105826"/>
                        <a:pt x="156420" y="138445"/>
                      </a:cubicBezTo>
                      <a:cubicBezTo>
                        <a:pt x="139890" y="178443"/>
                        <a:pt x="130739" y="207963"/>
                        <a:pt x="156420" y="207963"/>
                      </a:cubicBezTo>
                      <a:close/>
                    </a:path>
                  </a:pathLst>
                </a:custGeom>
                <a:solidFill>
                  <a:schemeClr val="bg1"/>
                </a:solidFill>
                <a:ln w="0"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78720DFF-CC4C-5510-4EC3-850A16737B8D}"/>
                    </a:ext>
                  </a:extLst>
                </p:cNvPr>
                <p:cNvSpPr/>
                <p:nvPr/>
              </p:nvSpPr>
              <p:spPr>
                <a:xfrm>
                  <a:off x="10096106" y="5841439"/>
                  <a:ext cx="296225" cy="394966"/>
                </a:xfrm>
                <a:custGeom>
                  <a:avLst/>
                  <a:gdLst>
                    <a:gd name="connsiteX0" fmla="*/ 296225 w 296225"/>
                    <a:gd name="connsiteY0" fmla="*/ 0 h 394966"/>
                    <a:gd name="connsiteX1" fmla="*/ 132689 w 296225"/>
                    <a:gd name="connsiteY1" fmla="*/ 394967 h 394966"/>
                    <a:gd name="connsiteX2" fmla="*/ 0 w 296225"/>
                    <a:gd name="connsiteY2" fmla="*/ 394967 h 394966"/>
                    <a:gd name="connsiteX3" fmla="*/ 163536 w 296225"/>
                    <a:gd name="connsiteY3" fmla="*/ 0 h 394966"/>
                    <a:gd name="connsiteX4" fmla="*/ 296225 w 296225"/>
                    <a:gd name="connsiteY4" fmla="*/ 0 h 3949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225" h="394966">
                      <a:moveTo>
                        <a:pt x="296225" y="0"/>
                      </a:moveTo>
                      <a:lnTo>
                        <a:pt x="132689" y="394967"/>
                      </a:lnTo>
                      <a:lnTo>
                        <a:pt x="0" y="394967"/>
                      </a:lnTo>
                      <a:lnTo>
                        <a:pt x="163536" y="0"/>
                      </a:lnTo>
                      <a:lnTo>
                        <a:pt x="296225" y="0"/>
                      </a:lnTo>
                      <a:close/>
                    </a:path>
                  </a:pathLst>
                </a:custGeom>
                <a:solidFill>
                  <a:schemeClr val="bg1"/>
                </a:solidFill>
                <a:ln w="0"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A7526313-9659-2588-DA06-B21E8E64E350}"/>
                    </a:ext>
                  </a:extLst>
                </p:cNvPr>
                <p:cNvSpPr/>
                <p:nvPr/>
              </p:nvSpPr>
              <p:spPr>
                <a:xfrm>
                  <a:off x="10307611" y="5962025"/>
                  <a:ext cx="246337" cy="274380"/>
                </a:xfrm>
                <a:custGeom>
                  <a:avLst/>
                  <a:gdLst>
                    <a:gd name="connsiteX0" fmla="*/ 113649 w 246337"/>
                    <a:gd name="connsiteY0" fmla="*/ 0 h 274380"/>
                    <a:gd name="connsiteX1" fmla="*/ 246338 w 246337"/>
                    <a:gd name="connsiteY1" fmla="*/ 0 h 274380"/>
                    <a:gd name="connsiteX2" fmla="*/ 132689 w 246337"/>
                    <a:gd name="connsiteY2" fmla="*/ 274381 h 274380"/>
                    <a:gd name="connsiteX3" fmla="*/ 0 w 246337"/>
                    <a:gd name="connsiteY3" fmla="*/ 274381 h 274380"/>
                    <a:gd name="connsiteX4" fmla="*/ 113649 w 246337"/>
                    <a:gd name="connsiteY4" fmla="*/ 0 h 274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337" h="274380">
                      <a:moveTo>
                        <a:pt x="113649" y="0"/>
                      </a:moveTo>
                      <a:lnTo>
                        <a:pt x="246338" y="0"/>
                      </a:lnTo>
                      <a:lnTo>
                        <a:pt x="132689" y="274381"/>
                      </a:lnTo>
                      <a:lnTo>
                        <a:pt x="0" y="274381"/>
                      </a:lnTo>
                      <a:lnTo>
                        <a:pt x="113649" y="0"/>
                      </a:lnTo>
                      <a:close/>
                    </a:path>
                  </a:pathLst>
                </a:custGeom>
                <a:solidFill>
                  <a:schemeClr val="bg1"/>
                </a:solidFill>
                <a:ln w="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F3EAAD54-5466-AEE5-F391-0AC2A349A0D2}"/>
                    </a:ext>
                  </a:extLst>
                </p:cNvPr>
                <p:cNvSpPr/>
                <p:nvPr/>
              </p:nvSpPr>
              <p:spPr>
                <a:xfrm>
                  <a:off x="10439414" y="5838930"/>
                  <a:ext cx="165455" cy="79406"/>
                </a:xfrm>
                <a:custGeom>
                  <a:avLst/>
                  <a:gdLst>
                    <a:gd name="connsiteX0" fmla="*/ 132689 w 165455"/>
                    <a:gd name="connsiteY0" fmla="*/ 79407 h 79406"/>
                    <a:gd name="connsiteX1" fmla="*/ 0 w 165455"/>
                    <a:gd name="connsiteY1" fmla="*/ 79407 h 79406"/>
                    <a:gd name="connsiteX2" fmla="*/ 32766 w 165455"/>
                    <a:gd name="connsiteY2" fmla="*/ 0 h 79406"/>
                    <a:gd name="connsiteX3" fmla="*/ 165455 w 165455"/>
                    <a:gd name="connsiteY3" fmla="*/ 0 h 79406"/>
                    <a:gd name="connsiteX4" fmla="*/ 132689 w 165455"/>
                    <a:gd name="connsiteY4" fmla="*/ 79407 h 79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455" h="79406">
                      <a:moveTo>
                        <a:pt x="132689" y="79407"/>
                      </a:moveTo>
                      <a:lnTo>
                        <a:pt x="0" y="79407"/>
                      </a:lnTo>
                      <a:lnTo>
                        <a:pt x="32766" y="0"/>
                      </a:lnTo>
                      <a:lnTo>
                        <a:pt x="165455" y="0"/>
                      </a:lnTo>
                      <a:lnTo>
                        <a:pt x="132689" y="79407"/>
                      </a:lnTo>
                      <a:close/>
                    </a:path>
                  </a:pathLst>
                </a:custGeom>
                <a:solidFill>
                  <a:schemeClr val="bg1"/>
                </a:solidFill>
                <a:ln w="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EF9B1269-0927-769E-44C1-69DDD3B6F3BE}"/>
                    </a:ext>
                  </a:extLst>
                </p:cNvPr>
                <p:cNvSpPr/>
                <p:nvPr/>
              </p:nvSpPr>
              <p:spPr>
                <a:xfrm>
                  <a:off x="10541256" y="5835093"/>
                  <a:ext cx="362938" cy="401018"/>
                </a:xfrm>
                <a:custGeom>
                  <a:avLst/>
                  <a:gdLst>
                    <a:gd name="connsiteX0" fmla="*/ 80883 w 362938"/>
                    <a:gd name="connsiteY0" fmla="*/ 205896 h 401018"/>
                    <a:gd name="connsiteX1" fmla="*/ 32471 w 362938"/>
                    <a:gd name="connsiteY1" fmla="*/ 205896 h 401018"/>
                    <a:gd name="connsiteX2" fmla="*/ 65237 w 362938"/>
                    <a:gd name="connsiteY2" fmla="*/ 126932 h 401018"/>
                    <a:gd name="connsiteX3" fmla="*/ 113649 w 362938"/>
                    <a:gd name="connsiteY3" fmla="*/ 126932 h 401018"/>
                    <a:gd name="connsiteX4" fmla="*/ 123243 w 362938"/>
                    <a:gd name="connsiteY4" fmla="*/ 103760 h 401018"/>
                    <a:gd name="connsiteX5" fmla="*/ 284713 w 362938"/>
                    <a:gd name="connsiteY5" fmla="*/ 0 h 401018"/>
                    <a:gd name="connsiteX6" fmla="*/ 362939 w 362938"/>
                    <a:gd name="connsiteY6" fmla="*/ 9446 h 401018"/>
                    <a:gd name="connsiteX7" fmla="*/ 332682 w 362938"/>
                    <a:gd name="connsiteY7" fmla="*/ 82654 h 401018"/>
                    <a:gd name="connsiteX8" fmla="*/ 305229 w 362938"/>
                    <a:gd name="connsiteY8" fmla="*/ 78964 h 401018"/>
                    <a:gd name="connsiteX9" fmla="*/ 257555 w 362938"/>
                    <a:gd name="connsiteY9" fmla="*/ 112616 h 401018"/>
                    <a:gd name="connsiteX10" fmla="*/ 251651 w 362938"/>
                    <a:gd name="connsiteY10" fmla="*/ 126785 h 401018"/>
                    <a:gd name="connsiteX11" fmla="*/ 308033 w 362938"/>
                    <a:gd name="connsiteY11" fmla="*/ 126785 h 401018"/>
                    <a:gd name="connsiteX12" fmla="*/ 275267 w 362938"/>
                    <a:gd name="connsiteY12" fmla="*/ 205749 h 401018"/>
                    <a:gd name="connsiteX13" fmla="*/ 218885 w 362938"/>
                    <a:gd name="connsiteY13" fmla="*/ 205749 h 401018"/>
                    <a:gd name="connsiteX14" fmla="*/ 138002 w 362938"/>
                    <a:gd name="connsiteY14" fmla="*/ 401018 h 401018"/>
                    <a:gd name="connsiteX15" fmla="*/ 0 w 362938"/>
                    <a:gd name="connsiteY15" fmla="*/ 401018 h 401018"/>
                    <a:gd name="connsiteX16" fmla="*/ 80883 w 362938"/>
                    <a:gd name="connsiteY16" fmla="*/ 205749 h 401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2938" h="401018">
                      <a:moveTo>
                        <a:pt x="80883" y="205896"/>
                      </a:moveTo>
                      <a:lnTo>
                        <a:pt x="32471" y="205896"/>
                      </a:lnTo>
                      <a:lnTo>
                        <a:pt x="65237" y="126932"/>
                      </a:lnTo>
                      <a:lnTo>
                        <a:pt x="113649" y="126932"/>
                      </a:lnTo>
                      <a:lnTo>
                        <a:pt x="123243" y="103760"/>
                      </a:lnTo>
                      <a:cubicBezTo>
                        <a:pt x="155124" y="30552"/>
                        <a:pt x="216228" y="0"/>
                        <a:pt x="284713" y="0"/>
                      </a:cubicBezTo>
                      <a:cubicBezTo>
                        <a:pt x="315708" y="0"/>
                        <a:pt x="346408" y="4723"/>
                        <a:pt x="362939" y="9446"/>
                      </a:cubicBezTo>
                      <a:lnTo>
                        <a:pt x="332682" y="82654"/>
                      </a:lnTo>
                      <a:cubicBezTo>
                        <a:pt x="326925" y="81030"/>
                        <a:pt x="322055" y="78964"/>
                        <a:pt x="305229" y="78964"/>
                      </a:cubicBezTo>
                      <a:cubicBezTo>
                        <a:pt x="288403" y="78964"/>
                        <a:pt x="266706" y="90624"/>
                        <a:pt x="257555" y="112616"/>
                      </a:cubicBezTo>
                      <a:lnTo>
                        <a:pt x="251651" y="126785"/>
                      </a:lnTo>
                      <a:lnTo>
                        <a:pt x="308033" y="126785"/>
                      </a:lnTo>
                      <a:lnTo>
                        <a:pt x="275267" y="205749"/>
                      </a:lnTo>
                      <a:lnTo>
                        <a:pt x="218885" y="205749"/>
                      </a:lnTo>
                      <a:lnTo>
                        <a:pt x="138002" y="401018"/>
                      </a:lnTo>
                      <a:lnTo>
                        <a:pt x="0" y="401018"/>
                      </a:lnTo>
                      <a:lnTo>
                        <a:pt x="80883" y="205749"/>
                      </a:lnTo>
                      <a:close/>
                    </a:path>
                  </a:pathLst>
                </a:custGeom>
                <a:solidFill>
                  <a:schemeClr val="bg1"/>
                </a:solid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52C8EA22-D3F2-1DDA-A2D5-B10FA67E10B5}"/>
                    </a:ext>
                  </a:extLst>
                </p:cNvPr>
                <p:cNvSpPr/>
                <p:nvPr/>
              </p:nvSpPr>
              <p:spPr>
                <a:xfrm>
                  <a:off x="10789217" y="5962025"/>
                  <a:ext cx="246337" cy="274233"/>
                </a:xfrm>
                <a:custGeom>
                  <a:avLst/>
                  <a:gdLst>
                    <a:gd name="connsiteX0" fmla="*/ 113649 w 246337"/>
                    <a:gd name="connsiteY0" fmla="*/ 0 h 274233"/>
                    <a:gd name="connsiteX1" fmla="*/ 246338 w 246337"/>
                    <a:gd name="connsiteY1" fmla="*/ 0 h 274233"/>
                    <a:gd name="connsiteX2" fmla="*/ 132689 w 246337"/>
                    <a:gd name="connsiteY2" fmla="*/ 274233 h 274233"/>
                    <a:gd name="connsiteX3" fmla="*/ 0 w 246337"/>
                    <a:gd name="connsiteY3" fmla="*/ 274233 h 274233"/>
                    <a:gd name="connsiteX4" fmla="*/ 113649 w 246337"/>
                    <a:gd name="connsiteY4" fmla="*/ 0 h 2742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337" h="274233">
                      <a:moveTo>
                        <a:pt x="113649" y="0"/>
                      </a:moveTo>
                      <a:lnTo>
                        <a:pt x="246338" y="0"/>
                      </a:lnTo>
                      <a:lnTo>
                        <a:pt x="132689" y="274233"/>
                      </a:lnTo>
                      <a:lnTo>
                        <a:pt x="0" y="274233"/>
                      </a:lnTo>
                      <a:lnTo>
                        <a:pt x="113649" y="0"/>
                      </a:lnTo>
                      <a:close/>
                    </a:path>
                  </a:pathLst>
                </a:custGeom>
                <a:solidFill>
                  <a:schemeClr val="bg1"/>
                </a:solidFill>
                <a:ln w="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AD17F913-064F-949D-BD3A-E8A344834D42}"/>
                    </a:ext>
                  </a:extLst>
                </p:cNvPr>
                <p:cNvSpPr/>
                <p:nvPr/>
              </p:nvSpPr>
              <p:spPr>
                <a:xfrm>
                  <a:off x="10921020" y="5838930"/>
                  <a:ext cx="165455" cy="79406"/>
                </a:xfrm>
                <a:custGeom>
                  <a:avLst/>
                  <a:gdLst>
                    <a:gd name="connsiteX0" fmla="*/ 132689 w 165455"/>
                    <a:gd name="connsiteY0" fmla="*/ 79407 h 79406"/>
                    <a:gd name="connsiteX1" fmla="*/ 0 w 165455"/>
                    <a:gd name="connsiteY1" fmla="*/ 79407 h 79406"/>
                    <a:gd name="connsiteX2" fmla="*/ 32766 w 165455"/>
                    <a:gd name="connsiteY2" fmla="*/ 0 h 79406"/>
                    <a:gd name="connsiteX3" fmla="*/ 165455 w 165455"/>
                    <a:gd name="connsiteY3" fmla="*/ 0 h 79406"/>
                    <a:gd name="connsiteX4" fmla="*/ 132689 w 165455"/>
                    <a:gd name="connsiteY4" fmla="*/ 79407 h 79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455" h="79406">
                      <a:moveTo>
                        <a:pt x="132689" y="79407"/>
                      </a:moveTo>
                      <a:lnTo>
                        <a:pt x="0" y="79407"/>
                      </a:lnTo>
                      <a:lnTo>
                        <a:pt x="32766" y="0"/>
                      </a:lnTo>
                      <a:lnTo>
                        <a:pt x="165455" y="0"/>
                      </a:lnTo>
                      <a:lnTo>
                        <a:pt x="132689" y="79407"/>
                      </a:lnTo>
                      <a:close/>
                    </a:path>
                  </a:pathLst>
                </a:custGeom>
                <a:solidFill>
                  <a:schemeClr val="bg1"/>
                </a:solidFill>
                <a:ln w="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1C6D58CB-88CB-6A12-E945-85059B17C386}"/>
                    </a:ext>
                  </a:extLst>
                </p:cNvPr>
                <p:cNvSpPr/>
                <p:nvPr/>
              </p:nvSpPr>
              <p:spPr>
                <a:xfrm>
                  <a:off x="11028141" y="5955826"/>
                  <a:ext cx="334191" cy="286926"/>
                </a:xfrm>
                <a:custGeom>
                  <a:avLst/>
                  <a:gdLst>
                    <a:gd name="connsiteX0" fmla="*/ 227923 w 334191"/>
                    <a:gd name="connsiteY0" fmla="*/ 273200 h 286926"/>
                    <a:gd name="connsiteX1" fmla="*/ 123868 w 334191"/>
                    <a:gd name="connsiteY1" fmla="*/ 286926 h 286926"/>
                    <a:gd name="connsiteX2" fmla="*/ 15237 w 334191"/>
                    <a:gd name="connsiteY2" fmla="*/ 138445 h 286926"/>
                    <a:gd name="connsiteX3" fmla="*/ 242682 w 334191"/>
                    <a:gd name="connsiteY3" fmla="*/ 0 h 286926"/>
                    <a:gd name="connsiteX4" fmla="*/ 334192 w 334191"/>
                    <a:gd name="connsiteY4" fmla="*/ 11660 h 286926"/>
                    <a:gd name="connsiteX5" fmla="*/ 300540 w 334191"/>
                    <a:gd name="connsiteY5" fmla="*/ 92690 h 286926"/>
                    <a:gd name="connsiteX6" fmla="*/ 246668 w 334191"/>
                    <a:gd name="connsiteY6" fmla="*/ 78964 h 286926"/>
                    <a:gd name="connsiteX7" fmla="*/ 155306 w 334191"/>
                    <a:gd name="connsiteY7" fmla="*/ 140511 h 286926"/>
                    <a:gd name="connsiteX8" fmla="*/ 193238 w 334191"/>
                    <a:gd name="connsiteY8" fmla="*/ 207963 h 286926"/>
                    <a:gd name="connsiteX9" fmla="*/ 261575 w 334191"/>
                    <a:gd name="connsiteY9" fmla="*/ 191727 h 286926"/>
                    <a:gd name="connsiteX10" fmla="*/ 227775 w 334191"/>
                    <a:gd name="connsiteY10" fmla="*/ 273348 h 286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4191" h="286926">
                      <a:moveTo>
                        <a:pt x="227923" y="273200"/>
                      </a:moveTo>
                      <a:cubicBezTo>
                        <a:pt x="194418" y="282646"/>
                        <a:pt x="163276" y="286926"/>
                        <a:pt x="123868" y="286926"/>
                      </a:cubicBezTo>
                      <a:cubicBezTo>
                        <a:pt x="12728" y="286926"/>
                        <a:pt x="-24024" y="233202"/>
                        <a:pt x="15237" y="138445"/>
                      </a:cubicBezTo>
                      <a:cubicBezTo>
                        <a:pt x="53464" y="46345"/>
                        <a:pt x="131543" y="0"/>
                        <a:pt x="242682" y="0"/>
                      </a:cubicBezTo>
                      <a:cubicBezTo>
                        <a:pt x="282238" y="0"/>
                        <a:pt x="310134" y="3690"/>
                        <a:pt x="334192" y="11660"/>
                      </a:cubicBezTo>
                      <a:lnTo>
                        <a:pt x="300540" y="92690"/>
                      </a:lnTo>
                      <a:cubicBezTo>
                        <a:pt x="287257" y="85310"/>
                        <a:pt x="270431" y="78964"/>
                        <a:pt x="246668" y="78964"/>
                      </a:cubicBezTo>
                      <a:cubicBezTo>
                        <a:pt x="207112" y="78964"/>
                        <a:pt x="172427" y="99480"/>
                        <a:pt x="155306" y="140511"/>
                      </a:cubicBezTo>
                      <a:cubicBezTo>
                        <a:pt x="137742" y="183167"/>
                        <a:pt x="153682" y="207963"/>
                        <a:pt x="193238" y="207963"/>
                      </a:cubicBezTo>
                      <a:cubicBezTo>
                        <a:pt x="217001" y="207963"/>
                        <a:pt x="238550" y="202649"/>
                        <a:pt x="261575" y="191727"/>
                      </a:cubicBezTo>
                      <a:lnTo>
                        <a:pt x="227775" y="273348"/>
                      </a:lnTo>
                      <a:close/>
                    </a:path>
                  </a:pathLst>
                </a:custGeom>
                <a:solidFill>
                  <a:schemeClr val="bg1"/>
                </a:solidFill>
                <a:ln w="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EF546E9D-078B-0CA0-9DA8-78085BEC24A0}"/>
                    </a:ext>
                  </a:extLst>
                </p:cNvPr>
                <p:cNvSpPr/>
                <p:nvPr/>
              </p:nvSpPr>
              <p:spPr>
                <a:xfrm>
                  <a:off x="11313921" y="5955826"/>
                  <a:ext cx="353049" cy="286926"/>
                </a:xfrm>
                <a:custGeom>
                  <a:avLst/>
                  <a:gdLst>
                    <a:gd name="connsiteX0" fmla="*/ 32766 w 353049"/>
                    <a:gd name="connsiteY0" fmla="*/ 192613 h 286926"/>
                    <a:gd name="connsiteX1" fmla="*/ 119996 w 353049"/>
                    <a:gd name="connsiteY1" fmla="*/ 217409 h 286926"/>
                    <a:gd name="connsiteX2" fmla="*/ 175787 w 353049"/>
                    <a:gd name="connsiteY2" fmla="*/ 199550 h 286926"/>
                    <a:gd name="connsiteX3" fmla="*/ 66271 w 353049"/>
                    <a:gd name="connsiteY3" fmla="*/ 92690 h 286926"/>
                    <a:gd name="connsiteX4" fmla="*/ 258883 w 353049"/>
                    <a:gd name="connsiteY4" fmla="*/ 0 h 286926"/>
                    <a:gd name="connsiteX5" fmla="*/ 353050 w 353049"/>
                    <a:gd name="connsiteY5" fmla="*/ 11660 h 286926"/>
                    <a:gd name="connsiteX6" fmla="*/ 322498 w 353049"/>
                    <a:gd name="connsiteY6" fmla="*/ 85310 h 286926"/>
                    <a:gd name="connsiteX7" fmla="*/ 242648 w 353049"/>
                    <a:gd name="connsiteY7" fmla="*/ 69518 h 286926"/>
                    <a:gd name="connsiteX8" fmla="*/ 188923 w 353049"/>
                    <a:gd name="connsiteY8" fmla="*/ 88410 h 286926"/>
                    <a:gd name="connsiteX9" fmla="*/ 301686 w 353049"/>
                    <a:gd name="connsiteY9" fmla="*/ 187447 h 286926"/>
                    <a:gd name="connsiteX10" fmla="*/ 108188 w 353049"/>
                    <a:gd name="connsiteY10" fmla="*/ 286926 h 286926"/>
                    <a:gd name="connsiteX11" fmla="*/ 0 w 353049"/>
                    <a:gd name="connsiteY11" fmla="*/ 271134 h 286926"/>
                    <a:gd name="connsiteX12" fmla="*/ 32471 w 353049"/>
                    <a:gd name="connsiteY12" fmla="*/ 192613 h 286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3049" h="286926">
                      <a:moveTo>
                        <a:pt x="32766" y="192613"/>
                      </a:moveTo>
                      <a:cubicBezTo>
                        <a:pt x="51659" y="207963"/>
                        <a:pt x="85753" y="217409"/>
                        <a:pt x="119996" y="217409"/>
                      </a:cubicBezTo>
                      <a:cubicBezTo>
                        <a:pt x="142135" y="217409"/>
                        <a:pt x="170178" y="213276"/>
                        <a:pt x="175787" y="199550"/>
                      </a:cubicBezTo>
                      <a:cubicBezTo>
                        <a:pt x="189661" y="165898"/>
                        <a:pt x="22435" y="198517"/>
                        <a:pt x="66271" y="92690"/>
                      </a:cubicBezTo>
                      <a:cubicBezTo>
                        <a:pt x="99037" y="13726"/>
                        <a:pt x="193646" y="0"/>
                        <a:pt x="258883" y="0"/>
                      </a:cubicBezTo>
                      <a:cubicBezTo>
                        <a:pt x="292093" y="0"/>
                        <a:pt x="323235" y="4723"/>
                        <a:pt x="353050" y="11660"/>
                      </a:cubicBezTo>
                      <a:lnTo>
                        <a:pt x="322498" y="85310"/>
                      </a:lnTo>
                      <a:cubicBezTo>
                        <a:pt x="298587" y="75864"/>
                        <a:pt x="272758" y="69518"/>
                        <a:pt x="242648" y="69518"/>
                      </a:cubicBezTo>
                      <a:cubicBezTo>
                        <a:pt x="219918" y="69518"/>
                        <a:pt x="196008" y="71584"/>
                        <a:pt x="188923" y="88410"/>
                      </a:cubicBezTo>
                      <a:cubicBezTo>
                        <a:pt x="177263" y="116896"/>
                        <a:pt x="344489" y="84130"/>
                        <a:pt x="301686" y="187447"/>
                      </a:cubicBezTo>
                      <a:cubicBezTo>
                        <a:pt x="269215" y="265968"/>
                        <a:pt x="170916" y="286926"/>
                        <a:pt x="108188" y="286926"/>
                      </a:cubicBezTo>
                      <a:cubicBezTo>
                        <a:pt x="69813" y="286926"/>
                        <a:pt x="33357" y="280580"/>
                        <a:pt x="0" y="271134"/>
                      </a:cubicBezTo>
                      <a:lnTo>
                        <a:pt x="32471" y="192613"/>
                      </a:lnTo>
                      <a:close/>
                    </a:path>
                  </a:pathLst>
                </a:custGeom>
                <a:solidFill>
                  <a:schemeClr val="bg1"/>
                </a:solidFill>
                <a:ln w="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0FBFFFF7-EDC6-7025-AC92-3AB75F3D7FB1}"/>
                    </a:ext>
                  </a:extLst>
                </p:cNvPr>
                <p:cNvSpPr/>
                <p:nvPr/>
              </p:nvSpPr>
              <p:spPr>
                <a:xfrm>
                  <a:off x="9560627" y="5838930"/>
                  <a:ext cx="639829" cy="79406"/>
                </a:xfrm>
                <a:custGeom>
                  <a:avLst/>
                  <a:gdLst>
                    <a:gd name="connsiteX0" fmla="*/ 607063 w 639829"/>
                    <a:gd name="connsiteY0" fmla="*/ 79407 h 79406"/>
                    <a:gd name="connsiteX1" fmla="*/ 639829 w 639829"/>
                    <a:gd name="connsiteY1" fmla="*/ 0 h 79406"/>
                    <a:gd name="connsiteX2" fmla="*/ 32914 w 639829"/>
                    <a:gd name="connsiteY2" fmla="*/ 0 h 79406"/>
                    <a:gd name="connsiteX3" fmla="*/ 0 w 639829"/>
                    <a:gd name="connsiteY3" fmla="*/ 79407 h 79406"/>
                    <a:gd name="connsiteX4" fmla="*/ 607063 w 639829"/>
                    <a:gd name="connsiteY4" fmla="*/ 79407 h 79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9829" h="79406">
                      <a:moveTo>
                        <a:pt x="607063" y="79407"/>
                      </a:moveTo>
                      <a:lnTo>
                        <a:pt x="639829" y="0"/>
                      </a:lnTo>
                      <a:lnTo>
                        <a:pt x="32914" y="0"/>
                      </a:lnTo>
                      <a:lnTo>
                        <a:pt x="0" y="79407"/>
                      </a:lnTo>
                      <a:lnTo>
                        <a:pt x="607063" y="79407"/>
                      </a:lnTo>
                      <a:close/>
                    </a:path>
                  </a:pathLst>
                </a:custGeom>
                <a:solidFill>
                  <a:schemeClr val="bg1"/>
                </a:solidFill>
                <a:ln w="0" cap="flat">
                  <a:noFill/>
                  <a:prstDash val="solid"/>
                  <a:miter/>
                </a:ln>
              </p:spPr>
              <p:txBody>
                <a:bodyPr rtlCol="0" anchor="ctr"/>
                <a:lstStyle/>
                <a:p>
                  <a:endParaRPr lang="en-US"/>
                </a:p>
              </p:txBody>
            </p:sp>
          </p:grpSp>
          <p:sp>
            <p:nvSpPr>
              <p:cNvPr id="28" name="Freeform: Shape 27">
                <a:extLst>
                  <a:ext uri="{FF2B5EF4-FFF2-40B4-BE49-F238E27FC236}">
                    <a16:creationId xmlns:a16="http://schemas.microsoft.com/office/drawing/2014/main" id="{B4C2C13B-6689-4B83-0780-99EFA56AD187}"/>
                  </a:ext>
                </a:extLst>
              </p:cNvPr>
              <p:cNvSpPr/>
              <p:nvPr/>
            </p:nvSpPr>
            <p:spPr>
              <a:xfrm>
                <a:off x="11629629" y="6169840"/>
                <a:ext cx="62875" cy="62875"/>
              </a:xfrm>
              <a:custGeom>
                <a:avLst/>
                <a:gdLst>
                  <a:gd name="connsiteX0" fmla="*/ 31438 w 62875"/>
                  <a:gd name="connsiteY0" fmla="*/ 0 h 62875"/>
                  <a:gd name="connsiteX1" fmla="*/ 46936 w 62875"/>
                  <a:gd name="connsiteY1" fmla="*/ 3985 h 62875"/>
                  <a:gd name="connsiteX2" fmla="*/ 58596 w 62875"/>
                  <a:gd name="connsiteY2" fmla="*/ 15645 h 62875"/>
                  <a:gd name="connsiteX3" fmla="*/ 62876 w 62875"/>
                  <a:gd name="connsiteY3" fmla="*/ 31438 h 62875"/>
                  <a:gd name="connsiteX4" fmla="*/ 58743 w 62875"/>
                  <a:gd name="connsiteY4" fmla="*/ 47083 h 62875"/>
                  <a:gd name="connsiteX5" fmla="*/ 47083 w 62875"/>
                  <a:gd name="connsiteY5" fmla="*/ 58743 h 62875"/>
                  <a:gd name="connsiteX6" fmla="*/ 31438 w 62875"/>
                  <a:gd name="connsiteY6" fmla="*/ 62876 h 62875"/>
                  <a:gd name="connsiteX7" fmla="*/ 15793 w 62875"/>
                  <a:gd name="connsiteY7" fmla="*/ 58743 h 62875"/>
                  <a:gd name="connsiteX8" fmla="*/ 4133 w 62875"/>
                  <a:gd name="connsiteY8" fmla="*/ 47083 h 62875"/>
                  <a:gd name="connsiteX9" fmla="*/ 0 w 62875"/>
                  <a:gd name="connsiteY9" fmla="*/ 31438 h 62875"/>
                  <a:gd name="connsiteX10" fmla="*/ 4280 w 62875"/>
                  <a:gd name="connsiteY10" fmla="*/ 15645 h 62875"/>
                  <a:gd name="connsiteX11" fmla="*/ 15940 w 62875"/>
                  <a:gd name="connsiteY11" fmla="*/ 3985 h 62875"/>
                  <a:gd name="connsiteX12" fmla="*/ 31438 w 62875"/>
                  <a:gd name="connsiteY12" fmla="*/ 0 h 62875"/>
                  <a:gd name="connsiteX13" fmla="*/ 31438 w 62875"/>
                  <a:gd name="connsiteY13" fmla="*/ 6199 h 62875"/>
                  <a:gd name="connsiteX14" fmla="*/ 19040 w 62875"/>
                  <a:gd name="connsiteY14" fmla="*/ 9446 h 62875"/>
                  <a:gd name="connsiteX15" fmla="*/ 9594 w 62875"/>
                  <a:gd name="connsiteY15" fmla="*/ 18745 h 62875"/>
                  <a:gd name="connsiteX16" fmla="*/ 6199 w 62875"/>
                  <a:gd name="connsiteY16" fmla="*/ 31438 h 62875"/>
                  <a:gd name="connsiteX17" fmla="*/ 9594 w 62875"/>
                  <a:gd name="connsiteY17" fmla="*/ 43984 h 62875"/>
                  <a:gd name="connsiteX18" fmla="*/ 18892 w 62875"/>
                  <a:gd name="connsiteY18" fmla="*/ 53282 h 62875"/>
                  <a:gd name="connsiteX19" fmla="*/ 31438 w 62875"/>
                  <a:gd name="connsiteY19" fmla="*/ 56677 h 62875"/>
                  <a:gd name="connsiteX20" fmla="*/ 43984 w 62875"/>
                  <a:gd name="connsiteY20" fmla="*/ 53282 h 62875"/>
                  <a:gd name="connsiteX21" fmla="*/ 53282 w 62875"/>
                  <a:gd name="connsiteY21" fmla="*/ 43984 h 62875"/>
                  <a:gd name="connsiteX22" fmla="*/ 56677 w 62875"/>
                  <a:gd name="connsiteY22" fmla="*/ 31438 h 62875"/>
                  <a:gd name="connsiteX23" fmla="*/ 53282 w 62875"/>
                  <a:gd name="connsiteY23" fmla="*/ 18745 h 62875"/>
                  <a:gd name="connsiteX24" fmla="*/ 43836 w 62875"/>
                  <a:gd name="connsiteY24" fmla="*/ 9446 h 62875"/>
                  <a:gd name="connsiteX25" fmla="*/ 31290 w 62875"/>
                  <a:gd name="connsiteY25" fmla="*/ 6199 h 62875"/>
                  <a:gd name="connsiteX26" fmla="*/ 17269 w 62875"/>
                  <a:gd name="connsiteY26" fmla="*/ 48411 h 62875"/>
                  <a:gd name="connsiteX27" fmla="*/ 17269 w 62875"/>
                  <a:gd name="connsiteY27" fmla="*/ 15055 h 62875"/>
                  <a:gd name="connsiteX28" fmla="*/ 24058 w 62875"/>
                  <a:gd name="connsiteY28" fmla="*/ 15055 h 62875"/>
                  <a:gd name="connsiteX29" fmla="*/ 34685 w 62875"/>
                  <a:gd name="connsiteY29" fmla="*/ 15055 h 62875"/>
                  <a:gd name="connsiteX30" fmla="*/ 39999 w 62875"/>
                  <a:gd name="connsiteY30" fmla="*/ 16383 h 62875"/>
                  <a:gd name="connsiteX31" fmla="*/ 43098 w 62875"/>
                  <a:gd name="connsiteY31" fmla="*/ 19630 h 62875"/>
                  <a:gd name="connsiteX32" fmla="*/ 44426 w 62875"/>
                  <a:gd name="connsiteY32" fmla="*/ 24353 h 62875"/>
                  <a:gd name="connsiteX33" fmla="*/ 42065 w 62875"/>
                  <a:gd name="connsiteY33" fmla="*/ 30552 h 62875"/>
                  <a:gd name="connsiteX34" fmla="*/ 35423 w 62875"/>
                  <a:gd name="connsiteY34" fmla="*/ 33799 h 62875"/>
                  <a:gd name="connsiteX35" fmla="*/ 37785 w 62875"/>
                  <a:gd name="connsiteY35" fmla="*/ 34980 h 62875"/>
                  <a:gd name="connsiteX36" fmla="*/ 39999 w 62875"/>
                  <a:gd name="connsiteY36" fmla="*/ 37489 h 62875"/>
                  <a:gd name="connsiteX37" fmla="*/ 42508 w 62875"/>
                  <a:gd name="connsiteY37" fmla="*/ 41622 h 62875"/>
                  <a:gd name="connsiteX38" fmla="*/ 46493 w 62875"/>
                  <a:gd name="connsiteY38" fmla="*/ 48411 h 62875"/>
                  <a:gd name="connsiteX39" fmla="*/ 38080 w 62875"/>
                  <a:gd name="connsiteY39" fmla="*/ 48411 h 62875"/>
                  <a:gd name="connsiteX40" fmla="*/ 35275 w 62875"/>
                  <a:gd name="connsiteY40" fmla="*/ 42950 h 62875"/>
                  <a:gd name="connsiteX41" fmla="*/ 30552 w 62875"/>
                  <a:gd name="connsiteY41" fmla="*/ 36013 h 62875"/>
                  <a:gd name="connsiteX42" fmla="*/ 25829 w 62875"/>
                  <a:gd name="connsiteY42" fmla="*/ 34537 h 62875"/>
                  <a:gd name="connsiteX43" fmla="*/ 24058 w 62875"/>
                  <a:gd name="connsiteY43" fmla="*/ 34537 h 62875"/>
                  <a:gd name="connsiteX44" fmla="*/ 24058 w 62875"/>
                  <a:gd name="connsiteY44" fmla="*/ 48264 h 62875"/>
                  <a:gd name="connsiteX45" fmla="*/ 17269 w 62875"/>
                  <a:gd name="connsiteY45" fmla="*/ 48264 h 62875"/>
                  <a:gd name="connsiteX46" fmla="*/ 23910 w 62875"/>
                  <a:gd name="connsiteY46" fmla="*/ 29372 h 62875"/>
                  <a:gd name="connsiteX47" fmla="*/ 26715 w 62875"/>
                  <a:gd name="connsiteY47" fmla="*/ 29372 h 62875"/>
                  <a:gd name="connsiteX48" fmla="*/ 33947 w 62875"/>
                  <a:gd name="connsiteY48" fmla="*/ 28929 h 62875"/>
                  <a:gd name="connsiteX49" fmla="*/ 36161 w 62875"/>
                  <a:gd name="connsiteY49" fmla="*/ 27305 h 62875"/>
                  <a:gd name="connsiteX50" fmla="*/ 37047 w 62875"/>
                  <a:gd name="connsiteY50" fmla="*/ 24796 h 62875"/>
                  <a:gd name="connsiteX51" fmla="*/ 36309 w 62875"/>
                  <a:gd name="connsiteY51" fmla="*/ 22287 h 62875"/>
                  <a:gd name="connsiteX52" fmla="*/ 34095 w 62875"/>
                  <a:gd name="connsiteY52" fmla="*/ 20663 h 62875"/>
                  <a:gd name="connsiteX53" fmla="*/ 26863 w 62875"/>
                  <a:gd name="connsiteY53" fmla="*/ 20221 h 62875"/>
                  <a:gd name="connsiteX54" fmla="*/ 24058 w 62875"/>
                  <a:gd name="connsiteY54" fmla="*/ 20221 h 62875"/>
                  <a:gd name="connsiteX55" fmla="*/ 24058 w 62875"/>
                  <a:gd name="connsiteY55" fmla="*/ 29372 h 6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62874" h="62874">
                    <a:moveTo>
                      <a:pt x="31438" y="0"/>
                    </a:moveTo>
                    <a:cubicBezTo>
                      <a:pt x="36899" y="0"/>
                      <a:pt x="42065" y="1328"/>
                      <a:pt x="46936" y="3985"/>
                    </a:cubicBezTo>
                    <a:cubicBezTo>
                      <a:pt x="51954" y="6642"/>
                      <a:pt x="55791" y="10479"/>
                      <a:pt x="58596" y="15645"/>
                    </a:cubicBezTo>
                    <a:cubicBezTo>
                      <a:pt x="61400" y="20663"/>
                      <a:pt x="62876" y="25977"/>
                      <a:pt x="62876" y="31438"/>
                    </a:cubicBezTo>
                    <a:cubicBezTo>
                      <a:pt x="62876" y="36899"/>
                      <a:pt x="61548" y="42212"/>
                      <a:pt x="58743" y="47083"/>
                    </a:cubicBezTo>
                    <a:cubicBezTo>
                      <a:pt x="55939" y="52101"/>
                      <a:pt x="52101" y="55939"/>
                      <a:pt x="47083" y="58743"/>
                    </a:cubicBezTo>
                    <a:cubicBezTo>
                      <a:pt x="42065" y="61548"/>
                      <a:pt x="36899" y="62876"/>
                      <a:pt x="31438" y="62876"/>
                    </a:cubicBezTo>
                    <a:cubicBezTo>
                      <a:pt x="25977" y="62876"/>
                      <a:pt x="20811" y="61548"/>
                      <a:pt x="15793" y="58743"/>
                    </a:cubicBezTo>
                    <a:cubicBezTo>
                      <a:pt x="10774" y="55939"/>
                      <a:pt x="6937" y="52101"/>
                      <a:pt x="4133" y="47083"/>
                    </a:cubicBezTo>
                    <a:cubicBezTo>
                      <a:pt x="1328" y="42065"/>
                      <a:pt x="0" y="36899"/>
                      <a:pt x="0" y="31438"/>
                    </a:cubicBezTo>
                    <a:cubicBezTo>
                      <a:pt x="0" y="25977"/>
                      <a:pt x="1476" y="20663"/>
                      <a:pt x="4280" y="15645"/>
                    </a:cubicBezTo>
                    <a:cubicBezTo>
                      <a:pt x="7085" y="10627"/>
                      <a:pt x="11070" y="6789"/>
                      <a:pt x="15940" y="3985"/>
                    </a:cubicBezTo>
                    <a:cubicBezTo>
                      <a:pt x="20959" y="1328"/>
                      <a:pt x="26125" y="0"/>
                      <a:pt x="31438" y="0"/>
                    </a:cubicBezTo>
                    <a:close/>
                    <a:moveTo>
                      <a:pt x="31438" y="6199"/>
                    </a:moveTo>
                    <a:cubicBezTo>
                      <a:pt x="27158" y="6199"/>
                      <a:pt x="23025" y="7232"/>
                      <a:pt x="19040" y="9446"/>
                    </a:cubicBezTo>
                    <a:cubicBezTo>
                      <a:pt x="15055" y="11660"/>
                      <a:pt x="11955" y="14760"/>
                      <a:pt x="9594" y="18745"/>
                    </a:cubicBezTo>
                    <a:cubicBezTo>
                      <a:pt x="7380" y="22730"/>
                      <a:pt x="6199" y="27010"/>
                      <a:pt x="6199" y="31438"/>
                    </a:cubicBezTo>
                    <a:cubicBezTo>
                      <a:pt x="6199" y="35866"/>
                      <a:pt x="7232" y="39998"/>
                      <a:pt x="9594" y="43984"/>
                    </a:cubicBezTo>
                    <a:cubicBezTo>
                      <a:pt x="11808" y="47969"/>
                      <a:pt x="14907" y="51068"/>
                      <a:pt x="18892" y="53282"/>
                    </a:cubicBezTo>
                    <a:cubicBezTo>
                      <a:pt x="22877" y="55496"/>
                      <a:pt x="27158" y="56677"/>
                      <a:pt x="31438" y="56677"/>
                    </a:cubicBezTo>
                    <a:cubicBezTo>
                      <a:pt x="35718" y="56677"/>
                      <a:pt x="39999" y="55496"/>
                      <a:pt x="43984" y="53282"/>
                    </a:cubicBezTo>
                    <a:cubicBezTo>
                      <a:pt x="47969" y="51068"/>
                      <a:pt x="51068" y="47969"/>
                      <a:pt x="53282" y="43984"/>
                    </a:cubicBezTo>
                    <a:cubicBezTo>
                      <a:pt x="55496" y="39998"/>
                      <a:pt x="56677" y="35718"/>
                      <a:pt x="56677" y="31438"/>
                    </a:cubicBezTo>
                    <a:cubicBezTo>
                      <a:pt x="56677" y="27158"/>
                      <a:pt x="55496" y="22730"/>
                      <a:pt x="53282" y="18745"/>
                    </a:cubicBezTo>
                    <a:cubicBezTo>
                      <a:pt x="51068" y="14760"/>
                      <a:pt x="47821" y="11512"/>
                      <a:pt x="43836" y="9446"/>
                    </a:cubicBezTo>
                    <a:cubicBezTo>
                      <a:pt x="39851" y="7232"/>
                      <a:pt x="35718" y="6199"/>
                      <a:pt x="31290" y="6199"/>
                    </a:cubicBezTo>
                    <a:close/>
                    <a:moveTo>
                      <a:pt x="17269" y="48411"/>
                    </a:moveTo>
                    <a:lnTo>
                      <a:pt x="17269" y="15055"/>
                    </a:lnTo>
                    <a:lnTo>
                      <a:pt x="24058" y="15055"/>
                    </a:lnTo>
                    <a:cubicBezTo>
                      <a:pt x="30405" y="15055"/>
                      <a:pt x="33947" y="15055"/>
                      <a:pt x="34685" y="15055"/>
                    </a:cubicBezTo>
                    <a:cubicBezTo>
                      <a:pt x="36899" y="15202"/>
                      <a:pt x="38670" y="15645"/>
                      <a:pt x="39999" y="16383"/>
                    </a:cubicBezTo>
                    <a:cubicBezTo>
                      <a:pt x="41179" y="17121"/>
                      <a:pt x="42212" y="18154"/>
                      <a:pt x="43098" y="19630"/>
                    </a:cubicBezTo>
                    <a:cubicBezTo>
                      <a:pt x="43984" y="21106"/>
                      <a:pt x="44426" y="22730"/>
                      <a:pt x="44426" y="24353"/>
                    </a:cubicBezTo>
                    <a:cubicBezTo>
                      <a:pt x="44426" y="26715"/>
                      <a:pt x="43689" y="28781"/>
                      <a:pt x="42065" y="30552"/>
                    </a:cubicBezTo>
                    <a:cubicBezTo>
                      <a:pt x="40441" y="32324"/>
                      <a:pt x="38227" y="33357"/>
                      <a:pt x="35423" y="33799"/>
                    </a:cubicBezTo>
                    <a:cubicBezTo>
                      <a:pt x="36456" y="34242"/>
                      <a:pt x="37194" y="34537"/>
                      <a:pt x="37785" y="34980"/>
                    </a:cubicBezTo>
                    <a:cubicBezTo>
                      <a:pt x="38375" y="35423"/>
                      <a:pt x="39113" y="36309"/>
                      <a:pt x="39999" y="37489"/>
                    </a:cubicBezTo>
                    <a:cubicBezTo>
                      <a:pt x="40294" y="37785"/>
                      <a:pt x="41032" y="39113"/>
                      <a:pt x="42508" y="41622"/>
                    </a:cubicBezTo>
                    <a:lnTo>
                      <a:pt x="46493" y="48411"/>
                    </a:lnTo>
                    <a:lnTo>
                      <a:pt x="38080" y="48411"/>
                    </a:lnTo>
                    <a:lnTo>
                      <a:pt x="35275" y="42950"/>
                    </a:lnTo>
                    <a:cubicBezTo>
                      <a:pt x="33357" y="39261"/>
                      <a:pt x="31881" y="37047"/>
                      <a:pt x="30552" y="36013"/>
                    </a:cubicBezTo>
                    <a:cubicBezTo>
                      <a:pt x="29372" y="35128"/>
                      <a:pt x="27748" y="34537"/>
                      <a:pt x="25829" y="34537"/>
                    </a:cubicBezTo>
                    <a:lnTo>
                      <a:pt x="24058" y="34537"/>
                    </a:lnTo>
                    <a:lnTo>
                      <a:pt x="24058" y="48264"/>
                    </a:lnTo>
                    <a:lnTo>
                      <a:pt x="17269" y="48264"/>
                    </a:lnTo>
                    <a:close/>
                    <a:moveTo>
                      <a:pt x="23910" y="29372"/>
                    </a:moveTo>
                    <a:lnTo>
                      <a:pt x="26715" y="29372"/>
                    </a:lnTo>
                    <a:cubicBezTo>
                      <a:pt x="30700" y="29372"/>
                      <a:pt x="33062" y="29224"/>
                      <a:pt x="33947" y="28929"/>
                    </a:cubicBezTo>
                    <a:cubicBezTo>
                      <a:pt x="34833" y="28634"/>
                      <a:pt x="35571" y="28043"/>
                      <a:pt x="36161" y="27305"/>
                    </a:cubicBezTo>
                    <a:cubicBezTo>
                      <a:pt x="36752" y="26567"/>
                      <a:pt x="37047" y="25682"/>
                      <a:pt x="37047" y="24796"/>
                    </a:cubicBezTo>
                    <a:cubicBezTo>
                      <a:pt x="37047" y="23911"/>
                      <a:pt x="36752" y="23025"/>
                      <a:pt x="36309" y="22287"/>
                    </a:cubicBezTo>
                    <a:cubicBezTo>
                      <a:pt x="35718" y="21549"/>
                      <a:pt x="34980" y="21106"/>
                      <a:pt x="34095" y="20663"/>
                    </a:cubicBezTo>
                    <a:cubicBezTo>
                      <a:pt x="33062" y="20368"/>
                      <a:pt x="30700" y="20221"/>
                      <a:pt x="26863" y="20221"/>
                    </a:cubicBezTo>
                    <a:lnTo>
                      <a:pt x="24058" y="20221"/>
                    </a:lnTo>
                    <a:lnTo>
                      <a:pt x="24058" y="29372"/>
                    </a:lnTo>
                    <a:close/>
                  </a:path>
                </a:pathLst>
              </a:custGeom>
              <a:solidFill>
                <a:schemeClr val="bg1"/>
              </a:solidFill>
              <a:ln w="0" cap="flat">
                <a:noFill/>
                <a:prstDash val="solid"/>
                <a:miter/>
              </a:ln>
            </p:spPr>
            <p:txBody>
              <a:bodyPr rtlCol="0" anchor="ctr"/>
              <a:lstStyle/>
              <a:p>
                <a:endParaRPr lang="en-US"/>
              </a:p>
            </p:txBody>
          </p:sp>
        </p:grpSp>
        <p:grpSp>
          <p:nvGrpSpPr>
            <p:cNvPr id="5" name="Graphic 39">
              <a:extLst>
                <a:ext uri="{FF2B5EF4-FFF2-40B4-BE49-F238E27FC236}">
                  <a16:creationId xmlns:a16="http://schemas.microsoft.com/office/drawing/2014/main" id="{9B169527-A838-A1D1-97D0-8F368F801358}"/>
                </a:ext>
              </a:extLst>
            </p:cNvPr>
            <p:cNvGrpSpPr/>
            <p:nvPr/>
          </p:nvGrpSpPr>
          <p:grpSpPr>
            <a:xfrm>
              <a:off x="8984264" y="6357139"/>
              <a:ext cx="2569943" cy="194531"/>
              <a:chOff x="8984264" y="6357139"/>
              <a:chExt cx="2569943" cy="194531"/>
            </a:xfrm>
          </p:grpSpPr>
          <p:sp>
            <p:nvSpPr>
              <p:cNvPr id="6" name="Freeform: Shape 5">
                <a:extLst>
                  <a:ext uri="{FF2B5EF4-FFF2-40B4-BE49-F238E27FC236}">
                    <a16:creationId xmlns:a16="http://schemas.microsoft.com/office/drawing/2014/main" id="{76682CB8-FEE8-6AA5-A7EC-9644CB82FE4D}"/>
                  </a:ext>
                </a:extLst>
              </p:cNvPr>
              <p:cNvSpPr/>
              <p:nvPr/>
            </p:nvSpPr>
            <p:spPr>
              <a:xfrm>
                <a:off x="8984264" y="6362305"/>
                <a:ext cx="175491" cy="187151"/>
              </a:xfrm>
              <a:custGeom>
                <a:avLst/>
                <a:gdLst>
                  <a:gd name="connsiteX0" fmla="*/ 175344 w 175491"/>
                  <a:gd name="connsiteY0" fmla="*/ 0 h 187151"/>
                  <a:gd name="connsiteX1" fmla="*/ 99037 w 175491"/>
                  <a:gd name="connsiteY1" fmla="*/ 187152 h 187151"/>
                  <a:gd name="connsiteX2" fmla="*/ 76307 w 175491"/>
                  <a:gd name="connsiteY2" fmla="*/ 187152 h 187151"/>
                  <a:gd name="connsiteX3" fmla="*/ 0 w 175491"/>
                  <a:gd name="connsiteY3" fmla="*/ 0 h 187151"/>
                  <a:gd name="connsiteX4" fmla="*/ 20221 w 175491"/>
                  <a:gd name="connsiteY4" fmla="*/ 0 h 187151"/>
                  <a:gd name="connsiteX5" fmla="*/ 25682 w 175491"/>
                  <a:gd name="connsiteY5" fmla="*/ 1771 h 187151"/>
                  <a:gd name="connsiteX6" fmla="*/ 28781 w 175491"/>
                  <a:gd name="connsiteY6" fmla="*/ 6051 h 187151"/>
                  <a:gd name="connsiteX7" fmla="*/ 81621 w 175491"/>
                  <a:gd name="connsiteY7" fmla="*/ 138150 h 187151"/>
                  <a:gd name="connsiteX8" fmla="*/ 85015 w 175491"/>
                  <a:gd name="connsiteY8" fmla="*/ 147743 h 187151"/>
                  <a:gd name="connsiteX9" fmla="*/ 87967 w 175491"/>
                  <a:gd name="connsiteY9" fmla="*/ 158666 h 187151"/>
                  <a:gd name="connsiteX10" fmla="*/ 90772 w 175491"/>
                  <a:gd name="connsiteY10" fmla="*/ 147743 h 187151"/>
                  <a:gd name="connsiteX11" fmla="*/ 93871 w 175491"/>
                  <a:gd name="connsiteY11" fmla="*/ 138150 h 187151"/>
                  <a:gd name="connsiteX12" fmla="*/ 146563 w 175491"/>
                  <a:gd name="connsiteY12" fmla="*/ 6051 h 187151"/>
                  <a:gd name="connsiteX13" fmla="*/ 149662 w 175491"/>
                  <a:gd name="connsiteY13" fmla="*/ 1919 h 187151"/>
                  <a:gd name="connsiteX14" fmla="*/ 155271 w 175491"/>
                  <a:gd name="connsiteY14" fmla="*/ 0 h 187151"/>
                  <a:gd name="connsiteX15" fmla="*/ 175492 w 175491"/>
                  <a:gd name="connsiteY15" fmla="*/ 0 h 187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491" h="187151">
                    <a:moveTo>
                      <a:pt x="175344" y="0"/>
                    </a:moveTo>
                    <a:lnTo>
                      <a:pt x="99037" y="187152"/>
                    </a:lnTo>
                    <a:lnTo>
                      <a:pt x="76307" y="187152"/>
                    </a:lnTo>
                    <a:lnTo>
                      <a:pt x="0" y="0"/>
                    </a:lnTo>
                    <a:lnTo>
                      <a:pt x="20221" y="0"/>
                    </a:lnTo>
                    <a:cubicBezTo>
                      <a:pt x="22435" y="0"/>
                      <a:pt x="24353" y="590"/>
                      <a:pt x="25682" y="1771"/>
                    </a:cubicBezTo>
                    <a:cubicBezTo>
                      <a:pt x="27010" y="2952"/>
                      <a:pt x="28191" y="4280"/>
                      <a:pt x="28781" y="6051"/>
                    </a:cubicBezTo>
                    <a:lnTo>
                      <a:pt x="81621" y="138150"/>
                    </a:lnTo>
                    <a:cubicBezTo>
                      <a:pt x="82801" y="141102"/>
                      <a:pt x="83835" y="144349"/>
                      <a:pt x="85015" y="147743"/>
                    </a:cubicBezTo>
                    <a:cubicBezTo>
                      <a:pt x="86049" y="151286"/>
                      <a:pt x="87082" y="154828"/>
                      <a:pt x="87967" y="158666"/>
                    </a:cubicBezTo>
                    <a:cubicBezTo>
                      <a:pt x="88853" y="154828"/>
                      <a:pt x="89738" y="151138"/>
                      <a:pt x="90772" y="147743"/>
                    </a:cubicBezTo>
                    <a:cubicBezTo>
                      <a:pt x="91657" y="144201"/>
                      <a:pt x="92838" y="141102"/>
                      <a:pt x="93871" y="138150"/>
                    </a:cubicBezTo>
                    <a:lnTo>
                      <a:pt x="146563" y="6051"/>
                    </a:lnTo>
                    <a:cubicBezTo>
                      <a:pt x="147153" y="4575"/>
                      <a:pt x="148039" y="3247"/>
                      <a:pt x="149662" y="1919"/>
                    </a:cubicBezTo>
                    <a:cubicBezTo>
                      <a:pt x="151138" y="590"/>
                      <a:pt x="153057" y="0"/>
                      <a:pt x="155271" y="0"/>
                    </a:cubicBezTo>
                    <a:lnTo>
                      <a:pt x="175492" y="0"/>
                    </a:lnTo>
                    <a:close/>
                  </a:path>
                </a:pathLst>
              </a:custGeom>
              <a:solidFill>
                <a:schemeClr val="bg1"/>
              </a:solidFill>
              <a:ln w="0"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DB1941D3-F076-72D0-D55A-B3BD84FB93E3}"/>
                  </a:ext>
                </a:extLst>
              </p:cNvPr>
              <p:cNvSpPr/>
              <p:nvPr/>
            </p:nvSpPr>
            <p:spPr>
              <a:xfrm>
                <a:off x="9175106" y="6359058"/>
                <a:ext cx="33209" cy="190398"/>
              </a:xfrm>
              <a:custGeom>
                <a:avLst/>
                <a:gdLst>
                  <a:gd name="connsiteX0" fmla="*/ 33209 w 33209"/>
                  <a:gd name="connsiteY0" fmla="*/ 16678 h 190398"/>
                  <a:gd name="connsiteX1" fmla="*/ 31881 w 33209"/>
                  <a:gd name="connsiteY1" fmla="*/ 23025 h 190398"/>
                  <a:gd name="connsiteX2" fmla="*/ 28191 w 33209"/>
                  <a:gd name="connsiteY2" fmla="*/ 28191 h 190398"/>
                  <a:gd name="connsiteX3" fmla="*/ 22877 w 33209"/>
                  <a:gd name="connsiteY3" fmla="*/ 31733 h 190398"/>
                  <a:gd name="connsiteX4" fmla="*/ 16383 w 33209"/>
                  <a:gd name="connsiteY4" fmla="*/ 33062 h 190398"/>
                  <a:gd name="connsiteX5" fmla="*/ 10037 w 33209"/>
                  <a:gd name="connsiteY5" fmla="*/ 31733 h 190398"/>
                  <a:gd name="connsiteX6" fmla="*/ 4871 w 33209"/>
                  <a:gd name="connsiteY6" fmla="*/ 28191 h 190398"/>
                  <a:gd name="connsiteX7" fmla="*/ 1328 w 33209"/>
                  <a:gd name="connsiteY7" fmla="*/ 23025 h 190398"/>
                  <a:gd name="connsiteX8" fmla="*/ 0 w 33209"/>
                  <a:gd name="connsiteY8" fmla="*/ 16678 h 190398"/>
                  <a:gd name="connsiteX9" fmla="*/ 1328 w 33209"/>
                  <a:gd name="connsiteY9" fmla="*/ 10184 h 190398"/>
                  <a:gd name="connsiteX10" fmla="*/ 4871 w 33209"/>
                  <a:gd name="connsiteY10" fmla="*/ 4871 h 190398"/>
                  <a:gd name="connsiteX11" fmla="*/ 10037 w 33209"/>
                  <a:gd name="connsiteY11" fmla="*/ 1328 h 190398"/>
                  <a:gd name="connsiteX12" fmla="*/ 16383 w 33209"/>
                  <a:gd name="connsiteY12" fmla="*/ 0 h 190398"/>
                  <a:gd name="connsiteX13" fmla="*/ 22877 w 33209"/>
                  <a:gd name="connsiteY13" fmla="*/ 1328 h 190398"/>
                  <a:gd name="connsiteX14" fmla="*/ 28191 w 33209"/>
                  <a:gd name="connsiteY14" fmla="*/ 4871 h 190398"/>
                  <a:gd name="connsiteX15" fmla="*/ 31881 w 33209"/>
                  <a:gd name="connsiteY15" fmla="*/ 10184 h 190398"/>
                  <a:gd name="connsiteX16" fmla="*/ 33209 w 33209"/>
                  <a:gd name="connsiteY16" fmla="*/ 16678 h 190398"/>
                  <a:gd name="connsiteX17" fmla="*/ 28191 w 33209"/>
                  <a:gd name="connsiteY17" fmla="*/ 58153 h 190398"/>
                  <a:gd name="connsiteX18" fmla="*/ 28191 w 33209"/>
                  <a:gd name="connsiteY18" fmla="*/ 190399 h 190398"/>
                  <a:gd name="connsiteX19" fmla="*/ 4871 w 33209"/>
                  <a:gd name="connsiteY19" fmla="*/ 190399 h 190398"/>
                  <a:gd name="connsiteX20" fmla="*/ 4871 w 33209"/>
                  <a:gd name="connsiteY20" fmla="*/ 58153 h 190398"/>
                  <a:gd name="connsiteX21" fmla="*/ 28191 w 33209"/>
                  <a:gd name="connsiteY21" fmla="*/ 58153 h 190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209" h="190398">
                    <a:moveTo>
                      <a:pt x="33209" y="16678"/>
                    </a:moveTo>
                    <a:cubicBezTo>
                      <a:pt x="33209" y="18892"/>
                      <a:pt x="32766" y="21106"/>
                      <a:pt x="31881" y="23025"/>
                    </a:cubicBezTo>
                    <a:cubicBezTo>
                      <a:pt x="30995" y="24944"/>
                      <a:pt x="29814" y="26715"/>
                      <a:pt x="28191" y="28191"/>
                    </a:cubicBezTo>
                    <a:cubicBezTo>
                      <a:pt x="26715" y="29667"/>
                      <a:pt x="24944" y="30848"/>
                      <a:pt x="22877" y="31733"/>
                    </a:cubicBezTo>
                    <a:cubicBezTo>
                      <a:pt x="20811" y="32619"/>
                      <a:pt x="18745" y="33062"/>
                      <a:pt x="16383" y="33062"/>
                    </a:cubicBezTo>
                    <a:cubicBezTo>
                      <a:pt x="14022" y="33062"/>
                      <a:pt x="11955" y="32619"/>
                      <a:pt x="10037" y="31733"/>
                    </a:cubicBezTo>
                    <a:cubicBezTo>
                      <a:pt x="8118" y="30848"/>
                      <a:pt x="6347" y="29667"/>
                      <a:pt x="4871" y="28191"/>
                    </a:cubicBezTo>
                    <a:cubicBezTo>
                      <a:pt x="3395" y="26715"/>
                      <a:pt x="2214" y="24944"/>
                      <a:pt x="1328" y="23025"/>
                    </a:cubicBezTo>
                    <a:cubicBezTo>
                      <a:pt x="443" y="21106"/>
                      <a:pt x="0" y="18892"/>
                      <a:pt x="0" y="16678"/>
                    </a:cubicBezTo>
                    <a:cubicBezTo>
                      <a:pt x="0" y="14464"/>
                      <a:pt x="443" y="12250"/>
                      <a:pt x="1328" y="10184"/>
                    </a:cubicBezTo>
                    <a:cubicBezTo>
                      <a:pt x="2214" y="8118"/>
                      <a:pt x="3395" y="6347"/>
                      <a:pt x="4871" y="4871"/>
                    </a:cubicBezTo>
                    <a:cubicBezTo>
                      <a:pt x="6347" y="3395"/>
                      <a:pt x="8118" y="2214"/>
                      <a:pt x="10037" y="1328"/>
                    </a:cubicBezTo>
                    <a:cubicBezTo>
                      <a:pt x="11955" y="443"/>
                      <a:pt x="14169" y="0"/>
                      <a:pt x="16383" y="0"/>
                    </a:cubicBezTo>
                    <a:cubicBezTo>
                      <a:pt x="18597" y="0"/>
                      <a:pt x="20811" y="443"/>
                      <a:pt x="22877" y="1328"/>
                    </a:cubicBezTo>
                    <a:cubicBezTo>
                      <a:pt x="24944" y="2214"/>
                      <a:pt x="26715" y="3395"/>
                      <a:pt x="28191" y="4871"/>
                    </a:cubicBezTo>
                    <a:cubicBezTo>
                      <a:pt x="29667" y="6347"/>
                      <a:pt x="30995" y="8118"/>
                      <a:pt x="31881" y="10184"/>
                    </a:cubicBezTo>
                    <a:cubicBezTo>
                      <a:pt x="32766" y="12250"/>
                      <a:pt x="33209" y="14317"/>
                      <a:pt x="33209" y="16678"/>
                    </a:cubicBezTo>
                    <a:close/>
                    <a:moveTo>
                      <a:pt x="28191" y="58153"/>
                    </a:moveTo>
                    <a:lnTo>
                      <a:pt x="28191" y="190399"/>
                    </a:lnTo>
                    <a:lnTo>
                      <a:pt x="4871" y="190399"/>
                    </a:lnTo>
                    <a:lnTo>
                      <a:pt x="4871" y="58153"/>
                    </a:lnTo>
                    <a:lnTo>
                      <a:pt x="28191" y="58153"/>
                    </a:lnTo>
                    <a:close/>
                  </a:path>
                </a:pathLst>
              </a:custGeom>
              <a:solidFill>
                <a:schemeClr val="bg1"/>
              </a:solidFill>
              <a:ln w="0"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958B261E-102C-937A-2981-CCA40F5B5095}"/>
                  </a:ext>
                </a:extLst>
              </p:cNvPr>
              <p:cNvSpPr/>
              <p:nvPr/>
            </p:nvSpPr>
            <p:spPr>
              <a:xfrm>
                <a:off x="9231636" y="6414554"/>
                <a:ext cx="94166" cy="136969"/>
              </a:xfrm>
              <a:custGeom>
                <a:avLst/>
                <a:gdLst>
                  <a:gd name="connsiteX0" fmla="*/ 86934 w 94166"/>
                  <a:gd name="connsiteY0" fmla="*/ 24501 h 136969"/>
                  <a:gd name="connsiteX1" fmla="*/ 82063 w 94166"/>
                  <a:gd name="connsiteY1" fmla="*/ 27305 h 136969"/>
                  <a:gd name="connsiteX2" fmla="*/ 77636 w 94166"/>
                  <a:gd name="connsiteY2" fmla="*/ 25829 h 136969"/>
                  <a:gd name="connsiteX3" fmla="*/ 71584 w 94166"/>
                  <a:gd name="connsiteY3" fmla="*/ 22582 h 136969"/>
                  <a:gd name="connsiteX4" fmla="*/ 63024 w 94166"/>
                  <a:gd name="connsiteY4" fmla="*/ 19335 h 136969"/>
                  <a:gd name="connsiteX5" fmla="*/ 51216 w 94166"/>
                  <a:gd name="connsiteY5" fmla="*/ 17859 h 136969"/>
                  <a:gd name="connsiteX6" fmla="*/ 40589 w 94166"/>
                  <a:gd name="connsiteY6" fmla="*/ 19335 h 136969"/>
                  <a:gd name="connsiteX7" fmla="*/ 32619 w 94166"/>
                  <a:gd name="connsiteY7" fmla="*/ 23468 h 136969"/>
                  <a:gd name="connsiteX8" fmla="*/ 27453 w 94166"/>
                  <a:gd name="connsiteY8" fmla="*/ 29519 h 136969"/>
                  <a:gd name="connsiteX9" fmla="*/ 25682 w 94166"/>
                  <a:gd name="connsiteY9" fmla="*/ 37047 h 136969"/>
                  <a:gd name="connsiteX10" fmla="*/ 28634 w 94166"/>
                  <a:gd name="connsiteY10" fmla="*/ 45607 h 136969"/>
                  <a:gd name="connsiteX11" fmla="*/ 36456 w 94166"/>
                  <a:gd name="connsiteY11" fmla="*/ 51511 h 136969"/>
                  <a:gd name="connsiteX12" fmla="*/ 47378 w 94166"/>
                  <a:gd name="connsiteY12" fmla="*/ 55939 h 136969"/>
                  <a:gd name="connsiteX13" fmla="*/ 59924 w 94166"/>
                  <a:gd name="connsiteY13" fmla="*/ 59924 h 136969"/>
                  <a:gd name="connsiteX14" fmla="*/ 72470 w 94166"/>
                  <a:gd name="connsiteY14" fmla="*/ 64647 h 136969"/>
                  <a:gd name="connsiteX15" fmla="*/ 83392 w 94166"/>
                  <a:gd name="connsiteY15" fmla="*/ 71141 h 136969"/>
                  <a:gd name="connsiteX16" fmla="*/ 91214 w 94166"/>
                  <a:gd name="connsiteY16" fmla="*/ 80735 h 136969"/>
                  <a:gd name="connsiteX17" fmla="*/ 94166 w 94166"/>
                  <a:gd name="connsiteY17" fmla="*/ 94314 h 136969"/>
                  <a:gd name="connsiteX18" fmla="*/ 90919 w 94166"/>
                  <a:gd name="connsiteY18" fmla="*/ 111287 h 136969"/>
                  <a:gd name="connsiteX19" fmla="*/ 81178 w 94166"/>
                  <a:gd name="connsiteY19" fmla="*/ 124719 h 136969"/>
                  <a:gd name="connsiteX20" fmla="*/ 65533 w 94166"/>
                  <a:gd name="connsiteY20" fmla="*/ 133722 h 136969"/>
                  <a:gd name="connsiteX21" fmla="*/ 44131 w 94166"/>
                  <a:gd name="connsiteY21" fmla="*/ 136969 h 136969"/>
                  <a:gd name="connsiteX22" fmla="*/ 19040 w 94166"/>
                  <a:gd name="connsiteY22" fmla="*/ 132394 h 136969"/>
                  <a:gd name="connsiteX23" fmla="*/ 0 w 94166"/>
                  <a:gd name="connsiteY23" fmla="*/ 120881 h 136969"/>
                  <a:gd name="connsiteX24" fmla="*/ 5461 w 94166"/>
                  <a:gd name="connsiteY24" fmla="*/ 112025 h 136969"/>
                  <a:gd name="connsiteX25" fmla="*/ 7970 w 94166"/>
                  <a:gd name="connsiteY25" fmla="*/ 109369 h 136969"/>
                  <a:gd name="connsiteX26" fmla="*/ 11660 w 94166"/>
                  <a:gd name="connsiteY26" fmla="*/ 108483 h 136969"/>
                  <a:gd name="connsiteX27" fmla="*/ 16678 w 94166"/>
                  <a:gd name="connsiteY27" fmla="*/ 110254 h 136969"/>
                  <a:gd name="connsiteX28" fmla="*/ 23025 w 94166"/>
                  <a:gd name="connsiteY28" fmla="*/ 114239 h 136969"/>
                  <a:gd name="connsiteX29" fmla="*/ 32176 w 94166"/>
                  <a:gd name="connsiteY29" fmla="*/ 118224 h 136969"/>
                  <a:gd name="connsiteX30" fmla="*/ 45460 w 94166"/>
                  <a:gd name="connsiteY30" fmla="*/ 119996 h 136969"/>
                  <a:gd name="connsiteX31" fmla="*/ 57415 w 94166"/>
                  <a:gd name="connsiteY31" fmla="*/ 118224 h 136969"/>
                  <a:gd name="connsiteX32" fmla="*/ 65975 w 94166"/>
                  <a:gd name="connsiteY32" fmla="*/ 113501 h 136969"/>
                  <a:gd name="connsiteX33" fmla="*/ 70994 w 94166"/>
                  <a:gd name="connsiteY33" fmla="*/ 106564 h 136969"/>
                  <a:gd name="connsiteX34" fmla="*/ 72617 w 94166"/>
                  <a:gd name="connsiteY34" fmla="*/ 98151 h 136969"/>
                  <a:gd name="connsiteX35" fmla="*/ 69665 w 94166"/>
                  <a:gd name="connsiteY35" fmla="*/ 89000 h 136969"/>
                  <a:gd name="connsiteX36" fmla="*/ 61843 w 94166"/>
                  <a:gd name="connsiteY36" fmla="*/ 82801 h 136969"/>
                  <a:gd name="connsiteX37" fmla="*/ 50773 w 94166"/>
                  <a:gd name="connsiteY37" fmla="*/ 78373 h 136969"/>
                  <a:gd name="connsiteX38" fmla="*/ 38080 w 94166"/>
                  <a:gd name="connsiteY38" fmla="*/ 74388 h 136969"/>
                  <a:gd name="connsiteX39" fmla="*/ 25387 w 94166"/>
                  <a:gd name="connsiteY39" fmla="*/ 69665 h 136969"/>
                  <a:gd name="connsiteX40" fmla="*/ 14317 w 94166"/>
                  <a:gd name="connsiteY40" fmla="*/ 62876 h 136969"/>
                  <a:gd name="connsiteX41" fmla="*/ 6494 w 94166"/>
                  <a:gd name="connsiteY41" fmla="*/ 52839 h 136969"/>
                  <a:gd name="connsiteX42" fmla="*/ 3542 w 94166"/>
                  <a:gd name="connsiteY42" fmla="*/ 38375 h 136969"/>
                  <a:gd name="connsiteX43" fmla="*/ 6642 w 94166"/>
                  <a:gd name="connsiteY43" fmla="*/ 23763 h 136969"/>
                  <a:gd name="connsiteX44" fmla="*/ 15793 w 94166"/>
                  <a:gd name="connsiteY44" fmla="*/ 11513 h 136969"/>
                  <a:gd name="connsiteX45" fmla="*/ 30552 w 94166"/>
                  <a:gd name="connsiteY45" fmla="*/ 3100 h 136969"/>
                  <a:gd name="connsiteX46" fmla="*/ 50478 w 94166"/>
                  <a:gd name="connsiteY46" fmla="*/ 0 h 136969"/>
                  <a:gd name="connsiteX47" fmla="*/ 73946 w 94166"/>
                  <a:gd name="connsiteY47" fmla="*/ 4133 h 136969"/>
                  <a:gd name="connsiteX48" fmla="*/ 91952 w 94166"/>
                  <a:gd name="connsiteY48" fmla="*/ 15498 h 136969"/>
                  <a:gd name="connsiteX49" fmla="*/ 86787 w 94166"/>
                  <a:gd name="connsiteY49" fmla="*/ 24058 h 136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94166" h="136969">
                    <a:moveTo>
                      <a:pt x="86934" y="24501"/>
                    </a:moveTo>
                    <a:cubicBezTo>
                      <a:pt x="85901" y="26420"/>
                      <a:pt x="84277" y="27305"/>
                      <a:pt x="82063" y="27305"/>
                    </a:cubicBezTo>
                    <a:cubicBezTo>
                      <a:pt x="80735" y="27305"/>
                      <a:pt x="79259" y="26863"/>
                      <a:pt x="77636" y="25829"/>
                    </a:cubicBezTo>
                    <a:cubicBezTo>
                      <a:pt x="76012" y="24944"/>
                      <a:pt x="73946" y="23763"/>
                      <a:pt x="71584" y="22582"/>
                    </a:cubicBezTo>
                    <a:cubicBezTo>
                      <a:pt x="69223" y="21401"/>
                      <a:pt x="66271" y="20368"/>
                      <a:pt x="63024" y="19335"/>
                    </a:cubicBezTo>
                    <a:cubicBezTo>
                      <a:pt x="59776" y="18302"/>
                      <a:pt x="55791" y="17859"/>
                      <a:pt x="51216" y="17859"/>
                    </a:cubicBezTo>
                    <a:cubicBezTo>
                      <a:pt x="47231" y="17859"/>
                      <a:pt x="43836" y="18302"/>
                      <a:pt x="40589" y="19335"/>
                    </a:cubicBezTo>
                    <a:cubicBezTo>
                      <a:pt x="37489" y="20368"/>
                      <a:pt x="34833" y="21697"/>
                      <a:pt x="32619" y="23468"/>
                    </a:cubicBezTo>
                    <a:cubicBezTo>
                      <a:pt x="30405" y="25239"/>
                      <a:pt x="28634" y="27305"/>
                      <a:pt x="27453" y="29519"/>
                    </a:cubicBezTo>
                    <a:cubicBezTo>
                      <a:pt x="26272" y="31733"/>
                      <a:pt x="25682" y="34390"/>
                      <a:pt x="25682" y="37047"/>
                    </a:cubicBezTo>
                    <a:cubicBezTo>
                      <a:pt x="25682" y="40441"/>
                      <a:pt x="26715" y="43246"/>
                      <a:pt x="28634" y="45607"/>
                    </a:cubicBezTo>
                    <a:cubicBezTo>
                      <a:pt x="30552" y="47821"/>
                      <a:pt x="33209" y="49887"/>
                      <a:pt x="36456" y="51511"/>
                    </a:cubicBezTo>
                    <a:cubicBezTo>
                      <a:pt x="39703" y="53135"/>
                      <a:pt x="43393" y="54611"/>
                      <a:pt x="47378" y="55939"/>
                    </a:cubicBezTo>
                    <a:cubicBezTo>
                      <a:pt x="51363" y="57267"/>
                      <a:pt x="55644" y="58596"/>
                      <a:pt x="59924" y="59924"/>
                    </a:cubicBezTo>
                    <a:cubicBezTo>
                      <a:pt x="64204" y="61252"/>
                      <a:pt x="68485" y="63023"/>
                      <a:pt x="72470" y="64647"/>
                    </a:cubicBezTo>
                    <a:cubicBezTo>
                      <a:pt x="76455" y="66271"/>
                      <a:pt x="80145" y="68632"/>
                      <a:pt x="83392" y="71141"/>
                    </a:cubicBezTo>
                    <a:cubicBezTo>
                      <a:pt x="86639" y="73798"/>
                      <a:pt x="89148" y="76898"/>
                      <a:pt x="91214" y="80735"/>
                    </a:cubicBezTo>
                    <a:cubicBezTo>
                      <a:pt x="93281" y="84573"/>
                      <a:pt x="94166" y="89000"/>
                      <a:pt x="94166" y="94314"/>
                    </a:cubicBezTo>
                    <a:cubicBezTo>
                      <a:pt x="94166" y="100365"/>
                      <a:pt x="93133" y="105974"/>
                      <a:pt x="90919" y="111287"/>
                    </a:cubicBezTo>
                    <a:cubicBezTo>
                      <a:pt x="88705" y="116453"/>
                      <a:pt x="85458" y="121029"/>
                      <a:pt x="81178" y="124719"/>
                    </a:cubicBezTo>
                    <a:cubicBezTo>
                      <a:pt x="76898" y="128556"/>
                      <a:pt x="71732" y="131508"/>
                      <a:pt x="65533" y="133722"/>
                    </a:cubicBezTo>
                    <a:cubicBezTo>
                      <a:pt x="59334" y="135936"/>
                      <a:pt x="52249" y="136969"/>
                      <a:pt x="44131" y="136969"/>
                    </a:cubicBezTo>
                    <a:cubicBezTo>
                      <a:pt x="34833" y="136969"/>
                      <a:pt x="26567" y="135493"/>
                      <a:pt x="19040" y="132394"/>
                    </a:cubicBezTo>
                    <a:cubicBezTo>
                      <a:pt x="11513" y="129442"/>
                      <a:pt x="5166" y="125604"/>
                      <a:pt x="0" y="120881"/>
                    </a:cubicBezTo>
                    <a:lnTo>
                      <a:pt x="5461" y="112025"/>
                    </a:lnTo>
                    <a:cubicBezTo>
                      <a:pt x="6199" y="110845"/>
                      <a:pt x="6937" y="109959"/>
                      <a:pt x="7970" y="109369"/>
                    </a:cubicBezTo>
                    <a:cubicBezTo>
                      <a:pt x="9003" y="108778"/>
                      <a:pt x="10184" y="108483"/>
                      <a:pt x="11660" y="108483"/>
                    </a:cubicBezTo>
                    <a:cubicBezTo>
                      <a:pt x="13284" y="108483"/>
                      <a:pt x="14907" y="109073"/>
                      <a:pt x="16678" y="110254"/>
                    </a:cubicBezTo>
                    <a:cubicBezTo>
                      <a:pt x="18450" y="111435"/>
                      <a:pt x="20516" y="112763"/>
                      <a:pt x="23025" y="114239"/>
                    </a:cubicBezTo>
                    <a:cubicBezTo>
                      <a:pt x="25534" y="115715"/>
                      <a:pt x="28486" y="117044"/>
                      <a:pt x="32176" y="118224"/>
                    </a:cubicBezTo>
                    <a:cubicBezTo>
                      <a:pt x="35718" y="119405"/>
                      <a:pt x="40146" y="119996"/>
                      <a:pt x="45460" y="119996"/>
                    </a:cubicBezTo>
                    <a:cubicBezTo>
                      <a:pt x="50035" y="119996"/>
                      <a:pt x="54020" y="119405"/>
                      <a:pt x="57415" y="118224"/>
                    </a:cubicBezTo>
                    <a:cubicBezTo>
                      <a:pt x="60810" y="117044"/>
                      <a:pt x="63614" y="115420"/>
                      <a:pt x="65975" y="113501"/>
                    </a:cubicBezTo>
                    <a:cubicBezTo>
                      <a:pt x="68189" y="111435"/>
                      <a:pt x="69961" y="109221"/>
                      <a:pt x="70994" y="106564"/>
                    </a:cubicBezTo>
                    <a:cubicBezTo>
                      <a:pt x="72027" y="103908"/>
                      <a:pt x="72617" y="101103"/>
                      <a:pt x="72617" y="98151"/>
                    </a:cubicBezTo>
                    <a:cubicBezTo>
                      <a:pt x="72617" y="94461"/>
                      <a:pt x="71584" y="91509"/>
                      <a:pt x="69665" y="89000"/>
                    </a:cubicBezTo>
                    <a:cubicBezTo>
                      <a:pt x="67747" y="86491"/>
                      <a:pt x="65090" y="84573"/>
                      <a:pt x="61843" y="82801"/>
                    </a:cubicBezTo>
                    <a:cubicBezTo>
                      <a:pt x="58596" y="81030"/>
                      <a:pt x="54906" y="79702"/>
                      <a:pt x="50773" y="78373"/>
                    </a:cubicBezTo>
                    <a:cubicBezTo>
                      <a:pt x="46640" y="77045"/>
                      <a:pt x="42360" y="75717"/>
                      <a:pt x="38080" y="74388"/>
                    </a:cubicBezTo>
                    <a:cubicBezTo>
                      <a:pt x="33800" y="73060"/>
                      <a:pt x="29519" y="71436"/>
                      <a:pt x="25387" y="69665"/>
                    </a:cubicBezTo>
                    <a:cubicBezTo>
                      <a:pt x="21254" y="67894"/>
                      <a:pt x="17564" y="65680"/>
                      <a:pt x="14317" y="62876"/>
                    </a:cubicBezTo>
                    <a:cubicBezTo>
                      <a:pt x="11070" y="60072"/>
                      <a:pt x="8561" y="56824"/>
                      <a:pt x="6494" y="52839"/>
                    </a:cubicBezTo>
                    <a:cubicBezTo>
                      <a:pt x="4575" y="48854"/>
                      <a:pt x="3542" y="44131"/>
                      <a:pt x="3542" y="38375"/>
                    </a:cubicBezTo>
                    <a:cubicBezTo>
                      <a:pt x="3542" y="33357"/>
                      <a:pt x="4575" y="28486"/>
                      <a:pt x="6642" y="23763"/>
                    </a:cubicBezTo>
                    <a:cubicBezTo>
                      <a:pt x="8708" y="19040"/>
                      <a:pt x="11808" y="15055"/>
                      <a:pt x="15793" y="11513"/>
                    </a:cubicBezTo>
                    <a:cubicBezTo>
                      <a:pt x="19778" y="7970"/>
                      <a:pt x="24649" y="5166"/>
                      <a:pt x="30552" y="3100"/>
                    </a:cubicBezTo>
                    <a:cubicBezTo>
                      <a:pt x="36456" y="1033"/>
                      <a:pt x="43098" y="0"/>
                      <a:pt x="50478" y="0"/>
                    </a:cubicBezTo>
                    <a:cubicBezTo>
                      <a:pt x="59186" y="0"/>
                      <a:pt x="67009" y="1328"/>
                      <a:pt x="73946" y="4133"/>
                    </a:cubicBezTo>
                    <a:cubicBezTo>
                      <a:pt x="80883" y="6937"/>
                      <a:pt x="86787" y="10627"/>
                      <a:pt x="91952" y="15498"/>
                    </a:cubicBezTo>
                    <a:lnTo>
                      <a:pt x="86787" y="24058"/>
                    </a:lnTo>
                    <a:close/>
                  </a:path>
                </a:pathLst>
              </a:custGeom>
              <a:solidFill>
                <a:schemeClr val="bg1"/>
              </a:solidFill>
              <a:ln w="0"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031B5D8D-1769-ADF9-EDFE-FCEB97EA42A7}"/>
                  </a:ext>
                </a:extLst>
              </p:cNvPr>
              <p:cNvSpPr/>
              <p:nvPr/>
            </p:nvSpPr>
            <p:spPr>
              <a:xfrm>
                <a:off x="9350893" y="6359058"/>
                <a:ext cx="33209" cy="190398"/>
              </a:xfrm>
              <a:custGeom>
                <a:avLst/>
                <a:gdLst>
                  <a:gd name="connsiteX0" fmla="*/ 33209 w 33209"/>
                  <a:gd name="connsiteY0" fmla="*/ 16678 h 190398"/>
                  <a:gd name="connsiteX1" fmla="*/ 31881 w 33209"/>
                  <a:gd name="connsiteY1" fmla="*/ 23025 h 190398"/>
                  <a:gd name="connsiteX2" fmla="*/ 28191 w 33209"/>
                  <a:gd name="connsiteY2" fmla="*/ 28191 h 190398"/>
                  <a:gd name="connsiteX3" fmla="*/ 22877 w 33209"/>
                  <a:gd name="connsiteY3" fmla="*/ 31733 h 190398"/>
                  <a:gd name="connsiteX4" fmla="*/ 16383 w 33209"/>
                  <a:gd name="connsiteY4" fmla="*/ 33062 h 190398"/>
                  <a:gd name="connsiteX5" fmla="*/ 10037 w 33209"/>
                  <a:gd name="connsiteY5" fmla="*/ 31733 h 190398"/>
                  <a:gd name="connsiteX6" fmla="*/ 4871 w 33209"/>
                  <a:gd name="connsiteY6" fmla="*/ 28191 h 190398"/>
                  <a:gd name="connsiteX7" fmla="*/ 1328 w 33209"/>
                  <a:gd name="connsiteY7" fmla="*/ 23025 h 190398"/>
                  <a:gd name="connsiteX8" fmla="*/ 0 w 33209"/>
                  <a:gd name="connsiteY8" fmla="*/ 16678 h 190398"/>
                  <a:gd name="connsiteX9" fmla="*/ 1328 w 33209"/>
                  <a:gd name="connsiteY9" fmla="*/ 10184 h 190398"/>
                  <a:gd name="connsiteX10" fmla="*/ 4871 w 33209"/>
                  <a:gd name="connsiteY10" fmla="*/ 4871 h 190398"/>
                  <a:gd name="connsiteX11" fmla="*/ 10037 w 33209"/>
                  <a:gd name="connsiteY11" fmla="*/ 1328 h 190398"/>
                  <a:gd name="connsiteX12" fmla="*/ 16383 w 33209"/>
                  <a:gd name="connsiteY12" fmla="*/ 0 h 190398"/>
                  <a:gd name="connsiteX13" fmla="*/ 22877 w 33209"/>
                  <a:gd name="connsiteY13" fmla="*/ 1328 h 190398"/>
                  <a:gd name="connsiteX14" fmla="*/ 28191 w 33209"/>
                  <a:gd name="connsiteY14" fmla="*/ 4871 h 190398"/>
                  <a:gd name="connsiteX15" fmla="*/ 31881 w 33209"/>
                  <a:gd name="connsiteY15" fmla="*/ 10184 h 190398"/>
                  <a:gd name="connsiteX16" fmla="*/ 33209 w 33209"/>
                  <a:gd name="connsiteY16" fmla="*/ 16678 h 190398"/>
                  <a:gd name="connsiteX17" fmla="*/ 28338 w 33209"/>
                  <a:gd name="connsiteY17" fmla="*/ 58153 h 190398"/>
                  <a:gd name="connsiteX18" fmla="*/ 28338 w 33209"/>
                  <a:gd name="connsiteY18" fmla="*/ 190399 h 190398"/>
                  <a:gd name="connsiteX19" fmla="*/ 5018 w 33209"/>
                  <a:gd name="connsiteY19" fmla="*/ 190399 h 190398"/>
                  <a:gd name="connsiteX20" fmla="*/ 5018 w 33209"/>
                  <a:gd name="connsiteY20" fmla="*/ 58153 h 190398"/>
                  <a:gd name="connsiteX21" fmla="*/ 28338 w 33209"/>
                  <a:gd name="connsiteY21" fmla="*/ 58153 h 190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209" h="190398">
                    <a:moveTo>
                      <a:pt x="33209" y="16678"/>
                    </a:moveTo>
                    <a:cubicBezTo>
                      <a:pt x="33209" y="18892"/>
                      <a:pt x="32766" y="21106"/>
                      <a:pt x="31881" y="23025"/>
                    </a:cubicBezTo>
                    <a:cubicBezTo>
                      <a:pt x="30995" y="24944"/>
                      <a:pt x="29814" y="26715"/>
                      <a:pt x="28191" y="28191"/>
                    </a:cubicBezTo>
                    <a:cubicBezTo>
                      <a:pt x="26715" y="29667"/>
                      <a:pt x="24944" y="30848"/>
                      <a:pt x="22877" y="31733"/>
                    </a:cubicBezTo>
                    <a:cubicBezTo>
                      <a:pt x="20811" y="32619"/>
                      <a:pt x="18745" y="33062"/>
                      <a:pt x="16383" y="33062"/>
                    </a:cubicBezTo>
                    <a:cubicBezTo>
                      <a:pt x="14022" y="33062"/>
                      <a:pt x="11955" y="32619"/>
                      <a:pt x="10037" y="31733"/>
                    </a:cubicBezTo>
                    <a:cubicBezTo>
                      <a:pt x="8118" y="30848"/>
                      <a:pt x="6347" y="29667"/>
                      <a:pt x="4871" y="28191"/>
                    </a:cubicBezTo>
                    <a:cubicBezTo>
                      <a:pt x="3395" y="26715"/>
                      <a:pt x="2214" y="24944"/>
                      <a:pt x="1328" y="23025"/>
                    </a:cubicBezTo>
                    <a:cubicBezTo>
                      <a:pt x="443" y="21106"/>
                      <a:pt x="0" y="18892"/>
                      <a:pt x="0" y="16678"/>
                    </a:cubicBezTo>
                    <a:cubicBezTo>
                      <a:pt x="0" y="14464"/>
                      <a:pt x="443" y="12250"/>
                      <a:pt x="1328" y="10184"/>
                    </a:cubicBezTo>
                    <a:cubicBezTo>
                      <a:pt x="2214" y="8118"/>
                      <a:pt x="3395" y="6347"/>
                      <a:pt x="4871" y="4871"/>
                    </a:cubicBezTo>
                    <a:cubicBezTo>
                      <a:pt x="6347" y="3395"/>
                      <a:pt x="8118" y="2214"/>
                      <a:pt x="10037" y="1328"/>
                    </a:cubicBezTo>
                    <a:cubicBezTo>
                      <a:pt x="11955" y="443"/>
                      <a:pt x="14169" y="0"/>
                      <a:pt x="16383" y="0"/>
                    </a:cubicBezTo>
                    <a:cubicBezTo>
                      <a:pt x="18597" y="0"/>
                      <a:pt x="20811" y="443"/>
                      <a:pt x="22877" y="1328"/>
                    </a:cubicBezTo>
                    <a:cubicBezTo>
                      <a:pt x="24944" y="2214"/>
                      <a:pt x="26715" y="3395"/>
                      <a:pt x="28191" y="4871"/>
                    </a:cubicBezTo>
                    <a:cubicBezTo>
                      <a:pt x="29667" y="6347"/>
                      <a:pt x="30995" y="8118"/>
                      <a:pt x="31881" y="10184"/>
                    </a:cubicBezTo>
                    <a:cubicBezTo>
                      <a:pt x="32766" y="12250"/>
                      <a:pt x="33209" y="14317"/>
                      <a:pt x="33209" y="16678"/>
                    </a:cubicBezTo>
                    <a:close/>
                    <a:moveTo>
                      <a:pt x="28338" y="58153"/>
                    </a:moveTo>
                    <a:lnTo>
                      <a:pt x="28338" y="190399"/>
                    </a:lnTo>
                    <a:lnTo>
                      <a:pt x="5018" y="190399"/>
                    </a:lnTo>
                    <a:lnTo>
                      <a:pt x="5018" y="58153"/>
                    </a:lnTo>
                    <a:lnTo>
                      <a:pt x="28338" y="58153"/>
                    </a:lnTo>
                    <a:close/>
                  </a:path>
                </a:pathLst>
              </a:custGeom>
              <a:solidFill>
                <a:schemeClr val="bg1"/>
              </a:solidFill>
              <a:ln w="0"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DEBAE23-0252-9B0F-8D2B-95B0165FEA01}"/>
                  </a:ext>
                </a:extLst>
              </p:cNvPr>
              <p:cNvSpPr/>
              <p:nvPr/>
            </p:nvSpPr>
            <p:spPr>
              <a:xfrm>
                <a:off x="9409932" y="6415144"/>
                <a:ext cx="126194" cy="136231"/>
              </a:xfrm>
              <a:custGeom>
                <a:avLst/>
                <a:gdLst>
                  <a:gd name="connsiteX0" fmla="*/ 63171 w 126194"/>
                  <a:gd name="connsiteY0" fmla="*/ 0 h 136231"/>
                  <a:gd name="connsiteX1" fmla="*/ 89296 w 126194"/>
                  <a:gd name="connsiteY1" fmla="*/ 4871 h 136231"/>
                  <a:gd name="connsiteX2" fmla="*/ 109221 w 126194"/>
                  <a:gd name="connsiteY2" fmla="*/ 18597 h 136231"/>
                  <a:gd name="connsiteX3" fmla="*/ 121767 w 126194"/>
                  <a:gd name="connsiteY3" fmla="*/ 40146 h 136231"/>
                  <a:gd name="connsiteX4" fmla="*/ 126195 w 126194"/>
                  <a:gd name="connsiteY4" fmla="*/ 68337 h 136231"/>
                  <a:gd name="connsiteX5" fmla="*/ 121767 w 126194"/>
                  <a:gd name="connsiteY5" fmla="*/ 96528 h 136231"/>
                  <a:gd name="connsiteX6" fmla="*/ 109221 w 126194"/>
                  <a:gd name="connsiteY6" fmla="*/ 117929 h 136231"/>
                  <a:gd name="connsiteX7" fmla="*/ 89296 w 126194"/>
                  <a:gd name="connsiteY7" fmla="*/ 131508 h 136231"/>
                  <a:gd name="connsiteX8" fmla="*/ 63171 w 126194"/>
                  <a:gd name="connsiteY8" fmla="*/ 136231 h 136231"/>
                  <a:gd name="connsiteX9" fmla="*/ 36899 w 126194"/>
                  <a:gd name="connsiteY9" fmla="*/ 131508 h 136231"/>
                  <a:gd name="connsiteX10" fmla="*/ 16974 w 126194"/>
                  <a:gd name="connsiteY10" fmla="*/ 117929 h 136231"/>
                  <a:gd name="connsiteX11" fmla="*/ 4428 w 126194"/>
                  <a:gd name="connsiteY11" fmla="*/ 96528 h 136231"/>
                  <a:gd name="connsiteX12" fmla="*/ 0 w 126194"/>
                  <a:gd name="connsiteY12" fmla="*/ 68337 h 136231"/>
                  <a:gd name="connsiteX13" fmla="*/ 4428 w 126194"/>
                  <a:gd name="connsiteY13" fmla="*/ 40146 h 136231"/>
                  <a:gd name="connsiteX14" fmla="*/ 16974 w 126194"/>
                  <a:gd name="connsiteY14" fmla="*/ 18597 h 136231"/>
                  <a:gd name="connsiteX15" fmla="*/ 36899 w 126194"/>
                  <a:gd name="connsiteY15" fmla="*/ 4871 h 136231"/>
                  <a:gd name="connsiteX16" fmla="*/ 63171 w 126194"/>
                  <a:gd name="connsiteY16" fmla="*/ 0 h 136231"/>
                  <a:gd name="connsiteX17" fmla="*/ 63171 w 126194"/>
                  <a:gd name="connsiteY17" fmla="*/ 118077 h 136231"/>
                  <a:gd name="connsiteX18" fmla="*/ 92395 w 126194"/>
                  <a:gd name="connsiteY18" fmla="*/ 104941 h 136231"/>
                  <a:gd name="connsiteX19" fmla="*/ 101989 w 126194"/>
                  <a:gd name="connsiteY19" fmla="*/ 68337 h 136231"/>
                  <a:gd name="connsiteX20" fmla="*/ 92395 w 126194"/>
                  <a:gd name="connsiteY20" fmla="*/ 31438 h 136231"/>
                  <a:gd name="connsiteX21" fmla="*/ 63171 w 126194"/>
                  <a:gd name="connsiteY21" fmla="*/ 18302 h 136231"/>
                  <a:gd name="connsiteX22" fmla="*/ 45902 w 126194"/>
                  <a:gd name="connsiteY22" fmla="*/ 21697 h 136231"/>
                  <a:gd name="connsiteX23" fmla="*/ 33652 w 126194"/>
                  <a:gd name="connsiteY23" fmla="*/ 31438 h 136231"/>
                  <a:gd name="connsiteX24" fmla="*/ 26272 w 126194"/>
                  <a:gd name="connsiteY24" fmla="*/ 47231 h 136231"/>
                  <a:gd name="connsiteX25" fmla="*/ 23911 w 126194"/>
                  <a:gd name="connsiteY25" fmla="*/ 68337 h 136231"/>
                  <a:gd name="connsiteX26" fmla="*/ 33652 w 126194"/>
                  <a:gd name="connsiteY26" fmla="*/ 104941 h 136231"/>
                  <a:gd name="connsiteX27" fmla="*/ 63171 w 126194"/>
                  <a:gd name="connsiteY27" fmla="*/ 118077 h 136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6193" h="136231">
                    <a:moveTo>
                      <a:pt x="63171" y="0"/>
                    </a:moveTo>
                    <a:cubicBezTo>
                      <a:pt x="72913" y="0"/>
                      <a:pt x="81621" y="1624"/>
                      <a:pt x="89296" y="4871"/>
                    </a:cubicBezTo>
                    <a:cubicBezTo>
                      <a:pt x="96971" y="8118"/>
                      <a:pt x="103612" y="12693"/>
                      <a:pt x="109221" y="18597"/>
                    </a:cubicBezTo>
                    <a:cubicBezTo>
                      <a:pt x="114830" y="24501"/>
                      <a:pt x="118962" y="31733"/>
                      <a:pt x="121767" y="40146"/>
                    </a:cubicBezTo>
                    <a:cubicBezTo>
                      <a:pt x="124571" y="48559"/>
                      <a:pt x="126195" y="58005"/>
                      <a:pt x="126195" y="68337"/>
                    </a:cubicBezTo>
                    <a:cubicBezTo>
                      <a:pt x="126195" y="78669"/>
                      <a:pt x="124719" y="88115"/>
                      <a:pt x="121767" y="96528"/>
                    </a:cubicBezTo>
                    <a:cubicBezTo>
                      <a:pt x="118815" y="104941"/>
                      <a:pt x="114682" y="112025"/>
                      <a:pt x="109221" y="117929"/>
                    </a:cubicBezTo>
                    <a:cubicBezTo>
                      <a:pt x="103760" y="123833"/>
                      <a:pt x="97118" y="128408"/>
                      <a:pt x="89296" y="131508"/>
                    </a:cubicBezTo>
                    <a:cubicBezTo>
                      <a:pt x="81621" y="134755"/>
                      <a:pt x="72913" y="136231"/>
                      <a:pt x="63171" y="136231"/>
                    </a:cubicBezTo>
                    <a:cubicBezTo>
                      <a:pt x="53430" y="136231"/>
                      <a:pt x="44722" y="134607"/>
                      <a:pt x="36899" y="131508"/>
                    </a:cubicBezTo>
                    <a:cubicBezTo>
                      <a:pt x="29076" y="128408"/>
                      <a:pt x="22435" y="123833"/>
                      <a:pt x="16974" y="117929"/>
                    </a:cubicBezTo>
                    <a:cubicBezTo>
                      <a:pt x="11513" y="112025"/>
                      <a:pt x="7232" y="104941"/>
                      <a:pt x="4428" y="96528"/>
                    </a:cubicBezTo>
                    <a:cubicBezTo>
                      <a:pt x="1476" y="88115"/>
                      <a:pt x="0" y="78816"/>
                      <a:pt x="0" y="68337"/>
                    </a:cubicBezTo>
                    <a:cubicBezTo>
                      <a:pt x="0" y="57858"/>
                      <a:pt x="1476" y="48559"/>
                      <a:pt x="4428" y="40146"/>
                    </a:cubicBezTo>
                    <a:cubicBezTo>
                      <a:pt x="7380" y="31733"/>
                      <a:pt x="11513" y="24649"/>
                      <a:pt x="16974" y="18597"/>
                    </a:cubicBezTo>
                    <a:cubicBezTo>
                      <a:pt x="22435" y="12693"/>
                      <a:pt x="29076" y="8118"/>
                      <a:pt x="36899" y="4871"/>
                    </a:cubicBezTo>
                    <a:cubicBezTo>
                      <a:pt x="44722" y="1624"/>
                      <a:pt x="53430" y="0"/>
                      <a:pt x="63171" y="0"/>
                    </a:cubicBezTo>
                    <a:close/>
                    <a:moveTo>
                      <a:pt x="63171" y="118077"/>
                    </a:moveTo>
                    <a:cubicBezTo>
                      <a:pt x="76307" y="118077"/>
                      <a:pt x="86049" y="113649"/>
                      <a:pt x="92395" y="104941"/>
                    </a:cubicBezTo>
                    <a:cubicBezTo>
                      <a:pt x="98889" y="96233"/>
                      <a:pt x="101989" y="83982"/>
                      <a:pt x="101989" y="68337"/>
                    </a:cubicBezTo>
                    <a:cubicBezTo>
                      <a:pt x="101989" y="52692"/>
                      <a:pt x="98742" y="40294"/>
                      <a:pt x="92395" y="31438"/>
                    </a:cubicBezTo>
                    <a:cubicBezTo>
                      <a:pt x="86049" y="22582"/>
                      <a:pt x="76160" y="18302"/>
                      <a:pt x="63171" y="18302"/>
                    </a:cubicBezTo>
                    <a:cubicBezTo>
                      <a:pt x="56529" y="18302"/>
                      <a:pt x="50773" y="19483"/>
                      <a:pt x="45902" y="21697"/>
                    </a:cubicBezTo>
                    <a:cubicBezTo>
                      <a:pt x="41032" y="23911"/>
                      <a:pt x="36899" y="27158"/>
                      <a:pt x="33652" y="31438"/>
                    </a:cubicBezTo>
                    <a:cubicBezTo>
                      <a:pt x="30405" y="35718"/>
                      <a:pt x="27896" y="40884"/>
                      <a:pt x="26272" y="47231"/>
                    </a:cubicBezTo>
                    <a:cubicBezTo>
                      <a:pt x="24649" y="53430"/>
                      <a:pt x="23911" y="60514"/>
                      <a:pt x="23911" y="68337"/>
                    </a:cubicBezTo>
                    <a:cubicBezTo>
                      <a:pt x="23911" y="83982"/>
                      <a:pt x="27158" y="96233"/>
                      <a:pt x="33652" y="104941"/>
                    </a:cubicBezTo>
                    <a:cubicBezTo>
                      <a:pt x="40146" y="113649"/>
                      <a:pt x="50035" y="118077"/>
                      <a:pt x="63171" y="118077"/>
                    </a:cubicBezTo>
                    <a:close/>
                  </a:path>
                </a:pathLst>
              </a:custGeom>
              <a:solidFill>
                <a:schemeClr val="bg1"/>
              </a:solidFill>
              <a:ln w="0"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43C783AF-26CD-A5A6-0705-261388796CA6}"/>
                  </a:ext>
                </a:extLst>
              </p:cNvPr>
              <p:cNvSpPr/>
              <p:nvPr/>
            </p:nvSpPr>
            <p:spPr>
              <a:xfrm>
                <a:off x="9565498" y="6415144"/>
                <a:ext cx="110106" cy="134459"/>
              </a:xfrm>
              <a:custGeom>
                <a:avLst/>
                <a:gdLst>
                  <a:gd name="connsiteX0" fmla="*/ 21844 w 110106"/>
                  <a:gd name="connsiteY0" fmla="*/ 21254 h 134459"/>
                  <a:gd name="connsiteX1" fmla="*/ 30995 w 110106"/>
                  <a:gd name="connsiteY1" fmla="*/ 12546 h 134459"/>
                  <a:gd name="connsiteX2" fmla="*/ 41179 w 110106"/>
                  <a:gd name="connsiteY2" fmla="*/ 5756 h 134459"/>
                  <a:gd name="connsiteX3" fmla="*/ 52692 w 110106"/>
                  <a:gd name="connsiteY3" fmla="*/ 1476 h 134459"/>
                  <a:gd name="connsiteX4" fmla="*/ 65828 w 110106"/>
                  <a:gd name="connsiteY4" fmla="*/ 0 h 134459"/>
                  <a:gd name="connsiteX5" fmla="*/ 85015 w 110106"/>
                  <a:gd name="connsiteY5" fmla="*/ 3542 h 134459"/>
                  <a:gd name="connsiteX6" fmla="*/ 98889 w 110106"/>
                  <a:gd name="connsiteY6" fmla="*/ 13726 h 134459"/>
                  <a:gd name="connsiteX7" fmla="*/ 107302 w 110106"/>
                  <a:gd name="connsiteY7" fmla="*/ 29667 h 134459"/>
                  <a:gd name="connsiteX8" fmla="*/ 110107 w 110106"/>
                  <a:gd name="connsiteY8" fmla="*/ 50183 h 134459"/>
                  <a:gd name="connsiteX9" fmla="*/ 110107 w 110106"/>
                  <a:gd name="connsiteY9" fmla="*/ 134460 h 134459"/>
                  <a:gd name="connsiteX10" fmla="*/ 86787 w 110106"/>
                  <a:gd name="connsiteY10" fmla="*/ 134460 h 134459"/>
                  <a:gd name="connsiteX11" fmla="*/ 86787 w 110106"/>
                  <a:gd name="connsiteY11" fmla="*/ 50183 h 134459"/>
                  <a:gd name="connsiteX12" fmla="*/ 79997 w 110106"/>
                  <a:gd name="connsiteY12" fmla="*/ 26862 h 134459"/>
                  <a:gd name="connsiteX13" fmla="*/ 59186 w 110106"/>
                  <a:gd name="connsiteY13" fmla="*/ 18597 h 134459"/>
                  <a:gd name="connsiteX14" fmla="*/ 39851 w 110106"/>
                  <a:gd name="connsiteY14" fmla="*/ 23615 h 134459"/>
                  <a:gd name="connsiteX15" fmla="*/ 23320 w 110106"/>
                  <a:gd name="connsiteY15" fmla="*/ 37047 h 134459"/>
                  <a:gd name="connsiteX16" fmla="*/ 23320 w 110106"/>
                  <a:gd name="connsiteY16" fmla="*/ 134460 h 134459"/>
                  <a:gd name="connsiteX17" fmla="*/ 0 w 110106"/>
                  <a:gd name="connsiteY17" fmla="*/ 134460 h 134459"/>
                  <a:gd name="connsiteX18" fmla="*/ 0 w 110106"/>
                  <a:gd name="connsiteY18" fmla="*/ 2214 h 134459"/>
                  <a:gd name="connsiteX19" fmla="*/ 14022 w 110106"/>
                  <a:gd name="connsiteY19" fmla="*/ 2214 h 134459"/>
                  <a:gd name="connsiteX20" fmla="*/ 20221 w 110106"/>
                  <a:gd name="connsiteY20" fmla="*/ 7085 h 134459"/>
                  <a:gd name="connsiteX21" fmla="*/ 21992 w 110106"/>
                  <a:gd name="connsiteY21" fmla="*/ 21401 h 134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0106" h="134459">
                    <a:moveTo>
                      <a:pt x="21844" y="21254"/>
                    </a:moveTo>
                    <a:cubicBezTo>
                      <a:pt x="24649" y="18007"/>
                      <a:pt x="27748" y="15055"/>
                      <a:pt x="30995" y="12546"/>
                    </a:cubicBezTo>
                    <a:cubicBezTo>
                      <a:pt x="34242" y="10037"/>
                      <a:pt x="37637" y="7675"/>
                      <a:pt x="41179" y="5756"/>
                    </a:cubicBezTo>
                    <a:cubicBezTo>
                      <a:pt x="44722" y="3838"/>
                      <a:pt x="48559" y="2509"/>
                      <a:pt x="52692" y="1476"/>
                    </a:cubicBezTo>
                    <a:cubicBezTo>
                      <a:pt x="56677" y="443"/>
                      <a:pt x="61105" y="0"/>
                      <a:pt x="65828" y="0"/>
                    </a:cubicBezTo>
                    <a:cubicBezTo>
                      <a:pt x="73060" y="0"/>
                      <a:pt x="79407" y="1181"/>
                      <a:pt x="85015" y="3542"/>
                    </a:cubicBezTo>
                    <a:cubicBezTo>
                      <a:pt x="90476" y="5904"/>
                      <a:pt x="95199" y="9299"/>
                      <a:pt x="98889" y="13726"/>
                    </a:cubicBezTo>
                    <a:cubicBezTo>
                      <a:pt x="102579" y="18154"/>
                      <a:pt x="105384" y="23468"/>
                      <a:pt x="107302" y="29667"/>
                    </a:cubicBezTo>
                    <a:cubicBezTo>
                      <a:pt x="109221" y="35866"/>
                      <a:pt x="110107" y="42655"/>
                      <a:pt x="110107" y="50183"/>
                    </a:cubicBezTo>
                    <a:lnTo>
                      <a:pt x="110107" y="134460"/>
                    </a:lnTo>
                    <a:lnTo>
                      <a:pt x="86787" y="134460"/>
                    </a:lnTo>
                    <a:lnTo>
                      <a:pt x="86787" y="50183"/>
                    </a:lnTo>
                    <a:cubicBezTo>
                      <a:pt x="86787" y="40146"/>
                      <a:pt x="84573" y="32324"/>
                      <a:pt x="79997" y="26862"/>
                    </a:cubicBezTo>
                    <a:cubicBezTo>
                      <a:pt x="75422" y="21401"/>
                      <a:pt x="68485" y="18597"/>
                      <a:pt x="59186" y="18597"/>
                    </a:cubicBezTo>
                    <a:cubicBezTo>
                      <a:pt x="52249" y="18597"/>
                      <a:pt x="45902" y="20221"/>
                      <a:pt x="39851" y="23615"/>
                    </a:cubicBezTo>
                    <a:cubicBezTo>
                      <a:pt x="33947" y="26862"/>
                      <a:pt x="28338" y="31438"/>
                      <a:pt x="23320" y="37047"/>
                    </a:cubicBezTo>
                    <a:lnTo>
                      <a:pt x="23320" y="134460"/>
                    </a:lnTo>
                    <a:lnTo>
                      <a:pt x="0" y="134460"/>
                    </a:lnTo>
                    <a:lnTo>
                      <a:pt x="0" y="2214"/>
                    </a:lnTo>
                    <a:lnTo>
                      <a:pt x="14022" y="2214"/>
                    </a:lnTo>
                    <a:cubicBezTo>
                      <a:pt x="17269" y="2214"/>
                      <a:pt x="19335" y="3838"/>
                      <a:pt x="20221" y="7085"/>
                    </a:cubicBezTo>
                    <a:lnTo>
                      <a:pt x="21992" y="21401"/>
                    </a:lnTo>
                    <a:close/>
                  </a:path>
                </a:pathLst>
              </a:custGeom>
              <a:solidFill>
                <a:schemeClr val="bg1"/>
              </a:solidFill>
              <a:ln w="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C64A96D0-49A8-52B4-B95B-905311EECC76}"/>
                  </a:ext>
                </a:extLst>
              </p:cNvPr>
              <p:cNvSpPr/>
              <p:nvPr/>
            </p:nvSpPr>
            <p:spPr>
              <a:xfrm>
                <a:off x="9765195" y="6374260"/>
                <a:ext cx="85310" cy="177410"/>
              </a:xfrm>
              <a:custGeom>
                <a:avLst/>
                <a:gdLst>
                  <a:gd name="connsiteX0" fmla="*/ 53430 w 85310"/>
                  <a:gd name="connsiteY0" fmla="*/ 177410 h 177410"/>
                  <a:gd name="connsiteX1" fmla="*/ 29372 w 85310"/>
                  <a:gd name="connsiteY1" fmla="*/ 168702 h 177410"/>
                  <a:gd name="connsiteX2" fmla="*/ 20959 w 85310"/>
                  <a:gd name="connsiteY2" fmla="*/ 143463 h 177410"/>
                  <a:gd name="connsiteX3" fmla="*/ 20959 w 85310"/>
                  <a:gd name="connsiteY3" fmla="*/ 62433 h 177410"/>
                  <a:gd name="connsiteX4" fmla="*/ 5018 w 85310"/>
                  <a:gd name="connsiteY4" fmla="*/ 62433 h 177410"/>
                  <a:gd name="connsiteX5" fmla="*/ 1476 w 85310"/>
                  <a:gd name="connsiteY5" fmla="*/ 61252 h 177410"/>
                  <a:gd name="connsiteX6" fmla="*/ 0 w 85310"/>
                  <a:gd name="connsiteY6" fmla="*/ 57415 h 177410"/>
                  <a:gd name="connsiteX7" fmla="*/ 0 w 85310"/>
                  <a:gd name="connsiteY7" fmla="*/ 48116 h 177410"/>
                  <a:gd name="connsiteX8" fmla="*/ 21697 w 85310"/>
                  <a:gd name="connsiteY8" fmla="*/ 45312 h 177410"/>
                  <a:gd name="connsiteX9" fmla="*/ 27010 w 85310"/>
                  <a:gd name="connsiteY9" fmla="*/ 4428 h 177410"/>
                  <a:gd name="connsiteX10" fmla="*/ 28781 w 85310"/>
                  <a:gd name="connsiteY10" fmla="*/ 1181 h 177410"/>
                  <a:gd name="connsiteX11" fmla="*/ 32324 w 85310"/>
                  <a:gd name="connsiteY11" fmla="*/ 0 h 177410"/>
                  <a:gd name="connsiteX12" fmla="*/ 44131 w 85310"/>
                  <a:gd name="connsiteY12" fmla="*/ 0 h 177410"/>
                  <a:gd name="connsiteX13" fmla="*/ 44131 w 85310"/>
                  <a:gd name="connsiteY13" fmla="*/ 45607 h 177410"/>
                  <a:gd name="connsiteX14" fmla="*/ 82359 w 85310"/>
                  <a:gd name="connsiteY14" fmla="*/ 45607 h 177410"/>
                  <a:gd name="connsiteX15" fmla="*/ 82359 w 85310"/>
                  <a:gd name="connsiteY15" fmla="*/ 62433 h 177410"/>
                  <a:gd name="connsiteX16" fmla="*/ 44131 w 85310"/>
                  <a:gd name="connsiteY16" fmla="*/ 62433 h 177410"/>
                  <a:gd name="connsiteX17" fmla="*/ 44131 w 85310"/>
                  <a:gd name="connsiteY17" fmla="*/ 141840 h 177410"/>
                  <a:gd name="connsiteX18" fmla="*/ 48116 w 85310"/>
                  <a:gd name="connsiteY18" fmla="*/ 154238 h 177410"/>
                  <a:gd name="connsiteX19" fmla="*/ 58596 w 85310"/>
                  <a:gd name="connsiteY19" fmla="*/ 158223 h 177410"/>
                  <a:gd name="connsiteX20" fmla="*/ 64942 w 85310"/>
                  <a:gd name="connsiteY20" fmla="*/ 157190 h 177410"/>
                  <a:gd name="connsiteX21" fmla="*/ 69518 w 85310"/>
                  <a:gd name="connsiteY21" fmla="*/ 154976 h 177410"/>
                  <a:gd name="connsiteX22" fmla="*/ 72913 w 85310"/>
                  <a:gd name="connsiteY22" fmla="*/ 152762 h 177410"/>
                  <a:gd name="connsiteX23" fmla="*/ 75274 w 85310"/>
                  <a:gd name="connsiteY23" fmla="*/ 151729 h 177410"/>
                  <a:gd name="connsiteX24" fmla="*/ 78521 w 85310"/>
                  <a:gd name="connsiteY24" fmla="*/ 153943 h 177410"/>
                  <a:gd name="connsiteX25" fmla="*/ 85311 w 85310"/>
                  <a:gd name="connsiteY25" fmla="*/ 165012 h 177410"/>
                  <a:gd name="connsiteX26" fmla="*/ 70846 w 85310"/>
                  <a:gd name="connsiteY26" fmla="*/ 173868 h 177410"/>
                  <a:gd name="connsiteX27" fmla="*/ 53282 w 85310"/>
                  <a:gd name="connsiteY27" fmla="*/ 177115 h 177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5310" h="177410">
                    <a:moveTo>
                      <a:pt x="53430" y="177410"/>
                    </a:moveTo>
                    <a:cubicBezTo>
                      <a:pt x="42950" y="177410"/>
                      <a:pt x="34980" y="174458"/>
                      <a:pt x="29372" y="168702"/>
                    </a:cubicBezTo>
                    <a:cubicBezTo>
                      <a:pt x="23763" y="162946"/>
                      <a:pt x="20959" y="154533"/>
                      <a:pt x="20959" y="143463"/>
                    </a:cubicBezTo>
                    <a:lnTo>
                      <a:pt x="20959" y="62433"/>
                    </a:lnTo>
                    <a:lnTo>
                      <a:pt x="5018" y="62433"/>
                    </a:lnTo>
                    <a:cubicBezTo>
                      <a:pt x="3690" y="62433"/>
                      <a:pt x="2509" y="61990"/>
                      <a:pt x="1476" y="61252"/>
                    </a:cubicBezTo>
                    <a:cubicBezTo>
                      <a:pt x="590" y="60367"/>
                      <a:pt x="0" y="59186"/>
                      <a:pt x="0" y="57415"/>
                    </a:cubicBezTo>
                    <a:lnTo>
                      <a:pt x="0" y="48116"/>
                    </a:lnTo>
                    <a:lnTo>
                      <a:pt x="21697" y="45312"/>
                    </a:lnTo>
                    <a:lnTo>
                      <a:pt x="27010" y="4428"/>
                    </a:lnTo>
                    <a:cubicBezTo>
                      <a:pt x="27305" y="3100"/>
                      <a:pt x="27896" y="2066"/>
                      <a:pt x="28781" y="1181"/>
                    </a:cubicBezTo>
                    <a:cubicBezTo>
                      <a:pt x="29667" y="295"/>
                      <a:pt x="30848" y="0"/>
                      <a:pt x="32324" y="0"/>
                    </a:cubicBezTo>
                    <a:lnTo>
                      <a:pt x="44131" y="0"/>
                    </a:lnTo>
                    <a:lnTo>
                      <a:pt x="44131" y="45607"/>
                    </a:lnTo>
                    <a:lnTo>
                      <a:pt x="82359" y="45607"/>
                    </a:lnTo>
                    <a:lnTo>
                      <a:pt x="82359" y="62433"/>
                    </a:lnTo>
                    <a:lnTo>
                      <a:pt x="44131" y="62433"/>
                    </a:lnTo>
                    <a:lnTo>
                      <a:pt x="44131" y="141840"/>
                    </a:lnTo>
                    <a:cubicBezTo>
                      <a:pt x="44131" y="147448"/>
                      <a:pt x="45460" y="151581"/>
                      <a:pt x="48116" y="154238"/>
                    </a:cubicBezTo>
                    <a:cubicBezTo>
                      <a:pt x="50773" y="156894"/>
                      <a:pt x="54315" y="158223"/>
                      <a:pt x="58596" y="158223"/>
                    </a:cubicBezTo>
                    <a:cubicBezTo>
                      <a:pt x="61105" y="158223"/>
                      <a:pt x="63171" y="157928"/>
                      <a:pt x="64942" y="157190"/>
                    </a:cubicBezTo>
                    <a:cubicBezTo>
                      <a:pt x="66713" y="156599"/>
                      <a:pt x="68337" y="155861"/>
                      <a:pt x="69518" y="154976"/>
                    </a:cubicBezTo>
                    <a:cubicBezTo>
                      <a:pt x="70846" y="154238"/>
                      <a:pt x="71879" y="153500"/>
                      <a:pt x="72913" y="152762"/>
                    </a:cubicBezTo>
                    <a:cubicBezTo>
                      <a:pt x="73798" y="152171"/>
                      <a:pt x="74684" y="151729"/>
                      <a:pt x="75274" y="151729"/>
                    </a:cubicBezTo>
                    <a:cubicBezTo>
                      <a:pt x="76455" y="151729"/>
                      <a:pt x="77636" y="152467"/>
                      <a:pt x="78521" y="153943"/>
                    </a:cubicBezTo>
                    <a:lnTo>
                      <a:pt x="85311" y="165012"/>
                    </a:lnTo>
                    <a:cubicBezTo>
                      <a:pt x="81325" y="168702"/>
                      <a:pt x="76455" y="171654"/>
                      <a:pt x="70846" y="173868"/>
                    </a:cubicBezTo>
                    <a:cubicBezTo>
                      <a:pt x="65238" y="175934"/>
                      <a:pt x="59334" y="177115"/>
                      <a:pt x="53282" y="177115"/>
                    </a:cubicBezTo>
                    <a:close/>
                  </a:path>
                </a:pathLst>
              </a:custGeom>
              <a:solidFill>
                <a:schemeClr val="bg1"/>
              </a:solidFill>
              <a:ln w="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56273AFD-D678-B38F-60EC-F9C365589EA7}"/>
                  </a:ext>
                </a:extLst>
              </p:cNvPr>
              <p:cNvSpPr/>
              <p:nvPr/>
            </p:nvSpPr>
            <p:spPr>
              <a:xfrm>
                <a:off x="9863642" y="6415144"/>
                <a:ext cx="126194" cy="136231"/>
              </a:xfrm>
              <a:custGeom>
                <a:avLst/>
                <a:gdLst>
                  <a:gd name="connsiteX0" fmla="*/ 63171 w 126194"/>
                  <a:gd name="connsiteY0" fmla="*/ 0 h 136231"/>
                  <a:gd name="connsiteX1" fmla="*/ 89296 w 126194"/>
                  <a:gd name="connsiteY1" fmla="*/ 4871 h 136231"/>
                  <a:gd name="connsiteX2" fmla="*/ 109221 w 126194"/>
                  <a:gd name="connsiteY2" fmla="*/ 18597 h 136231"/>
                  <a:gd name="connsiteX3" fmla="*/ 121767 w 126194"/>
                  <a:gd name="connsiteY3" fmla="*/ 40146 h 136231"/>
                  <a:gd name="connsiteX4" fmla="*/ 126195 w 126194"/>
                  <a:gd name="connsiteY4" fmla="*/ 68337 h 136231"/>
                  <a:gd name="connsiteX5" fmla="*/ 121767 w 126194"/>
                  <a:gd name="connsiteY5" fmla="*/ 96528 h 136231"/>
                  <a:gd name="connsiteX6" fmla="*/ 109221 w 126194"/>
                  <a:gd name="connsiteY6" fmla="*/ 117929 h 136231"/>
                  <a:gd name="connsiteX7" fmla="*/ 89296 w 126194"/>
                  <a:gd name="connsiteY7" fmla="*/ 131508 h 136231"/>
                  <a:gd name="connsiteX8" fmla="*/ 63171 w 126194"/>
                  <a:gd name="connsiteY8" fmla="*/ 136231 h 136231"/>
                  <a:gd name="connsiteX9" fmla="*/ 36899 w 126194"/>
                  <a:gd name="connsiteY9" fmla="*/ 131508 h 136231"/>
                  <a:gd name="connsiteX10" fmla="*/ 16974 w 126194"/>
                  <a:gd name="connsiteY10" fmla="*/ 117929 h 136231"/>
                  <a:gd name="connsiteX11" fmla="*/ 4428 w 126194"/>
                  <a:gd name="connsiteY11" fmla="*/ 96528 h 136231"/>
                  <a:gd name="connsiteX12" fmla="*/ 0 w 126194"/>
                  <a:gd name="connsiteY12" fmla="*/ 68337 h 136231"/>
                  <a:gd name="connsiteX13" fmla="*/ 4428 w 126194"/>
                  <a:gd name="connsiteY13" fmla="*/ 40146 h 136231"/>
                  <a:gd name="connsiteX14" fmla="*/ 16974 w 126194"/>
                  <a:gd name="connsiteY14" fmla="*/ 18597 h 136231"/>
                  <a:gd name="connsiteX15" fmla="*/ 36899 w 126194"/>
                  <a:gd name="connsiteY15" fmla="*/ 4871 h 136231"/>
                  <a:gd name="connsiteX16" fmla="*/ 63171 w 126194"/>
                  <a:gd name="connsiteY16" fmla="*/ 0 h 136231"/>
                  <a:gd name="connsiteX17" fmla="*/ 63171 w 126194"/>
                  <a:gd name="connsiteY17" fmla="*/ 118077 h 136231"/>
                  <a:gd name="connsiteX18" fmla="*/ 92395 w 126194"/>
                  <a:gd name="connsiteY18" fmla="*/ 104941 h 136231"/>
                  <a:gd name="connsiteX19" fmla="*/ 101989 w 126194"/>
                  <a:gd name="connsiteY19" fmla="*/ 68337 h 136231"/>
                  <a:gd name="connsiteX20" fmla="*/ 92395 w 126194"/>
                  <a:gd name="connsiteY20" fmla="*/ 31438 h 136231"/>
                  <a:gd name="connsiteX21" fmla="*/ 63171 w 126194"/>
                  <a:gd name="connsiteY21" fmla="*/ 18302 h 136231"/>
                  <a:gd name="connsiteX22" fmla="*/ 45902 w 126194"/>
                  <a:gd name="connsiteY22" fmla="*/ 21697 h 136231"/>
                  <a:gd name="connsiteX23" fmla="*/ 33652 w 126194"/>
                  <a:gd name="connsiteY23" fmla="*/ 31438 h 136231"/>
                  <a:gd name="connsiteX24" fmla="*/ 26272 w 126194"/>
                  <a:gd name="connsiteY24" fmla="*/ 47231 h 136231"/>
                  <a:gd name="connsiteX25" fmla="*/ 23911 w 126194"/>
                  <a:gd name="connsiteY25" fmla="*/ 68337 h 136231"/>
                  <a:gd name="connsiteX26" fmla="*/ 33652 w 126194"/>
                  <a:gd name="connsiteY26" fmla="*/ 104941 h 136231"/>
                  <a:gd name="connsiteX27" fmla="*/ 63171 w 126194"/>
                  <a:gd name="connsiteY27" fmla="*/ 118077 h 136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6193" h="136231">
                    <a:moveTo>
                      <a:pt x="63171" y="0"/>
                    </a:moveTo>
                    <a:cubicBezTo>
                      <a:pt x="72912" y="0"/>
                      <a:pt x="81621" y="1624"/>
                      <a:pt x="89296" y="4871"/>
                    </a:cubicBezTo>
                    <a:cubicBezTo>
                      <a:pt x="96971" y="8118"/>
                      <a:pt x="103612" y="12693"/>
                      <a:pt x="109221" y="18597"/>
                    </a:cubicBezTo>
                    <a:cubicBezTo>
                      <a:pt x="114830" y="24501"/>
                      <a:pt x="118962" y="31733"/>
                      <a:pt x="121767" y="40146"/>
                    </a:cubicBezTo>
                    <a:cubicBezTo>
                      <a:pt x="124571" y="48559"/>
                      <a:pt x="126195" y="58005"/>
                      <a:pt x="126195" y="68337"/>
                    </a:cubicBezTo>
                    <a:cubicBezTo>
                      <a:pt x="126195" y="78669"/>
                      <a:pt x="124719" y="88115"/>
                      <a:pt x="121767" y="96528"/>
                    </a:cubicBezTo>
                    <a:cubicBezTo>
                      <a:pt x="118815" y="104941"/>
                      <a:pt x="114682" y="112025"/>
                      <a:pt x="109221" y="117929"/>
                    </a:cubicBezTo>
                    <a:cubicBezTo>
                      <a:pt x="103760" y="123833"/>
                      <a:pt x="97118" y="128408"/>
                      <a:pt x="89296" y="131508"/>
                    </a:cubicBezTo>
                    <a:cubicBezTo>
                      <a:pt x="81621" y="134755"/>
                      <a:pt x="72912" y="136231"/>
                      <a:pt x="63171" y="136231"/>
                    </a:cubicBezTo>
                    <a:cubicBezTo>
                      <a:pt x="53430" y="136231"/>
                      <a:pt x="44722" y="134607"/>
                      <a:pt x="36899" y="131508"/>
                    </a:cubicBezTo>
                    <a:cubicBezTo>
                      <a:pt x="29076" y="128408"/>
                      <a:pt x="22435" y="123833"/>
                      <a:pt x="16974" y="117929"/>
                    </a:cubicBezTo>
                    <a:cubicBezTo>
                      <a:pt x="11512" y="112025"/>
                      <a:pt x="7232" y="104941"/>
                      <a:pt x="4428" y="96528"/>
                    </a:cubicBezTo>
                    <a:cubicBezTo>
                      <a:pt x="1476" y="88115"/>
                      <a:pt x="0" y="78816"/>
                      <a:pt x="0" y="68337"/>
                    </a:cubicBezTo>
                    <a:cubicBezTo>
                      <a:pt x="0" y="57858"/>
                      <a:pt x="1476" y="48559"/>
                      <a:pt x="4428" y="40146"/>
                    </a:cubicBezTo>
                    <a:cubicBezTo>
                      <a:pt x="7380" y="31733"/>
                      <a:pt x="11512" y="24649"/>
                      <a:pt x="16974" y="18597"/>
                    </a:cubicBezTo>
                    <a:cubicBezTo>
                      <a:pt x="22435" y="12693"/>
                      <a:pt x="29076" y="8118"/>
                      <a:pt x="36899" y="4871"/>
                    </a:cubicBezTo>
                    <a:cubicBezTo>
                      <a:pt x="44722" y="1624"/>
                      <a:pt x="53430" y="0"/>
                      <a:pt x="63171" y="0"/>
                    </a:cubicBezTo>
                    <a:close/>
                    <a:moveTo>
                      <a:pt x="63171" y="118077"/>
                    </a:moveTo>
                    <a:cubicBezTo>
                      <a:pt x="76307" y="118077"/>
                      <a:pt x="86048" y="113649"/>
                      <a:pt x="92395" y="104941"/>
                    </a:cubicBezTo>
                    <a:cubicBezTo>
                      <a:pt x="98889" y="96233"/>
                      <a:pt x="101989" y="83982"/>
                      <a:pt x="101989" y="68337"/>
                    </a:cubicBezTo>
                    <a:cubicBezTo>
                      <a:pt x="101989" y="52692"/>
                      <a:pt x="98742" y="40294"/>
                      <a:pt x="92395" y="31438"/>
                    </a:cubicBezTo>
                    <a:cubicBezTo>
                      <a:pt x="86048" y="22582"/>
                      <a:pt x="76160" y="18302"/>
                      <a:pt x="63171" y="18302"/>
                    </a:cubicBezTo>
                    <a:cubicBezTo>
                      <a:pt x="56529" y="18302"/>
                      <a:pt x="50773" y="19483"/>
                      <a:pt x="45902" y="21697"/>
                    </a:cubicBezTo>
                    <a:cubicBezTo>
                      <a:pt x="41032" y="23911"/>
                      <a:pt x="36899" y="27158"/>
                      <a:pt x="33652" y="31438"/>
                    </a:cubicBezTo>
                    <a:cubicBezTo>
                      <a:pt x="30405" y="35718"/>
                      <a:pt x="27896" y="40884"/>
                      <a:pt x="26272" y="47231"/>
                    </a:cubicBezTo>
                    <a:cubicBezTo>
                      <a:pt x="24649" y="53430"/>
                      <a:pt x="23911" y="60514"/>
                      <a:pt x="23911" y="68337"/>
                    </a:cubicBezTo>
                    <a:cubicBezTo>
                      <a:pt x="23911" y="83982"/>
                      <a:pt x="27158" y="96233"/>
                      <a:pt x="33652" y="104941"/>
                    </a:cubicBezTo>
                    <a:cubicBezTo>
                      <a:pt x="40146" y="113649"/>
                      <a:pt x="50035" y="118077"/>
                      <a:pt x="63171" y="118077"/>
                    </a:cubicBezTo>
                    <a:close/>
                  </a:path>
                </a:pathLst>
              </a:custGeom>
              <a:solidFill>
                <a:schemeClr val="bg1"/>
              </a:solidFill>
              <a:ln w="0"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F7C96755-C55E-F7AE-DA9A-EC16C8DF04F6}"/>
                  </a:ext>
                </a:extLst>
              </p:cNvPr>
              <p:cNvSpPr/>
              <p:nvPr/>
            </p:nvSpPr>
            <p:spPr>
              <a:xfrm>
                <a:off x="10058912" y="6362305"/>
                <a:ext cx="175491" cy="187151"/>
              </a:xfrm>
              <a:custGeom>
                <a:avLst/>
                <a:gdLst>
                  <a:gd name="connsiteX0" fmla="*/ 175344 w 175491"/>
                  <a:gd name="connsiteY0" fmla="*/ 0 h 187151"/>
                  <a:gd name="connsiteX1" fmla="*/ 99037 w 175491"/>
                  <a:gd name="connsiteY1" fmla="*/ 187152 h 187151"/>
                  <a:gd name="connsiteX2" fmla="*/ 76307 w 175491"/>
                  <a:gd name="connsiteY2" fmla="*/ 187152 h 187151"/>
                  <a:gd name="connsiteX3" fmla="*/ 0 w 175491"/>
                  <a:gd name="connsiteY3" fmla="*/ 0 h 187151"/>
                  <a:gd name="connsiteX4" fmla="*/ 20221 w 175491"/>
                  <a:gd name="connsiteY4" fmla="*/ 0 h 187151"/>
                  <a:gd name="connsiteX5" fmla="*/ 25682 w 175491"/>
                  <a:gd name="connsiteY5" fmla="*/ 1771 h 187151"/>
                  <a:gd name="connsiteX6" fmla="*/ 28781 w 175491"/>
                  <a:gd name="connsiteY6" fmla="*/ 6051 h 187151"/>
                  <a:gd name="connsiteX7" fmla="*/ 81621 w 175491"/>
                  <a:gd name="connsiteY7" fmla="*/ 138150 h 187151"/>
                  <a:gd name="connsiteX8" fmla="*/ 85015 w 175491"/>
                  <a:gd name="connsiteY8" fmla="*/ 147743 h 187151"/>
                  <a:gd name="connsiteX9" fmla="*/ 87967 w 175491"/>
                  <a:gd name="connsiteY9" fmla="*/ 158666 h 187151"/>
                  <a:gd name="connsiteX10" fmla="*/ 90772 w 175491"/>
                  <a:gd name="connsiteY10" fmla="*/ 147743 h 187151"/>
                  <a:gd name="connsiteX11" fmla="*/ 93871 w 175491"/>
                  <a:gd name="connsiteY11" fmla="*/ 138150 h 187151"/>
                  <a:gd name="connsiteX12" fmla="*/ 146563 w 175491"/>
                  <a:gd name="connsiteY12" fmla="*/ 6051 h 187151"/>
                  <a:gd name="connsiteX13" fmla="*/ 149662 w 175491"/>
                  <a:gd name="connsiteY13" fmla="*/ 1919 h 187151"/>
                  <a:gd name="connsiteX14" fmla="*/ 155271 w 175491"/>
                  <a:gd name="connsiteY14" fmla="*/ 0 h 187151"/>
                  <a:gd name="connsiteX15" fmla="*/ 175492 w 175491"/>
                  <a:gd name="connsiteY15" fmla="*/ 0 h 187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491" h="187151">
                    <a:moveTo>
                      <a:pt x="175344" y="0"/>
                    </a:moveTo>
                    <a:lnTo>
                      <a:pt x="99037" y="187152"/>
                    </a:lnTo>
                    <a:lnTo>
                      <a:pt x="76307" y="187152"/>
                    </a:lnTo>
                    <a:lnTo>
                      <a:pt x="0" y="0"/>
                    </a:lnTo>
                    <a:lnTo>
                      <a:pt x="20221" y="0"/>
                    </a:lnTo>
                    <a:cubicBezTo>
                      <a:pt x="22435" y="0"/>
                      <a:pt x="24353" y="590"/>
                      <a:pt x="25682" y="1771"/>
                    </a:cubicBezTo>
                    <a:cubicBezTo>
                      <a:pt x="27010" y="2952"/>
                      <a:pt x="28191" y="4280"/>
                      <a:pt x="28781" y="6051"/>
                    </a:cubicBezTo>
                    <a:lnTo>
                      <a:pt x="81621" y="138150"/>
                    </a:lnTo>
                    <a:cubicBezTo>
                      <a:pt x="82801" y="141102"/>
                      <a:pt x="83835" y="144349"/>
                      <a:pt x="85015" y="147743"/>
                    </a:cubicBezTo>
                    <a:cubicBezTo>
                      <a:pt x="86049" y="151286"/>
                      <a:pt x="87082" y="154828"/>
                      <a:pt x="87967" y="158666"/>
                    </a:cubicBezTo>
                    <a:cubicBezTo>
                      <a:pt x="88853" y="154828"/>
                      <a:pt x="89738" y="151138"/>
                      <a:pt x="90772" y="147743"/>
                    </a:cubicBezTo>
                    <a:cubicBezTo>
                      <a:pt x="91657" y="144201"/>
                      <a:pt x="92838" y="141102"/>
                      <a:pt x="93871" y="138150"/>
                    </a:cubicBezTo>
                    <a:lnTo>
                      <a:pt x="146563" y="6051"/>
                    </a:lnTo>
                    <a:cubicBezTo>
                      <a:pt x="147153" y="4575"/>
                      <a:pt x="148039" y="3247"/>
                      <a:pt x="149662" y="1919"/>
                    </a:cubicBezTo>
                    <a:cubicBezTo>
                      <a:pt x="151138" y="590"/>
                      <a:pt x="153057" y="0"/>
                      <a:pt x="155271" y="0"/>
                    </a:cubicBezTo>
                    <a:lnTo>
                      <a:pt x="175492" y="0"/>
                    </a:lnTo>
                    <a:close/>
                  </a:path>
                </a:pathLst>
              </a:custGeom>
              <a:solidFill>
                <a:schemeClr val="bg1"/>
              </a:solidFill>
              <a:ln w="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B4CA9442-D245-89AC-8C50-C2AB7F35A3D7}"/>
                  </a:ext>
                </a:extLst>
              </p:cNvPr>
              <p:cNvSpPr/>
              <p:nvPr/>
            </p:nvSpPr>
            <p:spPr>
              <a:xfrm>
                <a:off x="10224367" y="6414997"/>
                <a:ext cx="104202" cy="136526"/>
              </a:xfrm>
              <a:custGeom>
                <a:avLst/>
                <a:gdLst>
                  <a:gd name="connsiteX0" fmla="*/ 6494 w 104202"/>
                  <a:gd name="connsiteY0" fmla="*/ 20959 h 136526"/>
                  <a:gd name="connsiteX1" fmla="*/ 30110 w 104202"/>
                  <a:gd name="connsiteY1" fmla="*/ 5166 h 136526"/>
                  <a:gd name="connsiteX2" fmla="*/ 58153 w 104202"/>
                  <a:gd name="connsiteY2" fmla="*/ 0 h 136526"/>
                  <a:gd name="connsiteX3" fmla="*/ 77931 w 104202"/>
                  <a:gd name="connsiteY3" fmla="*/ 3690 h 136526"/>
                  <a:gd name="connsiteX4" fmla="*/ 92395 w 104202"/>
                  <a:gd name="connsiteY4" fmla="*/ 13874 h 136526"/>
                  <a:gd name="connsiteX5" fmla="*/ 101251 w 104202"/>
                  <a:gd name="connsiteY5" fmla="*/ 29667 h 136526"/>
                  <a:gd name="connsiteX6" fmla="*/ 104203 w 104202"/>
                  <a:gd name="connsiteY6" fmla="*/ 50035 h 136526"/>
                  <a:gd name="connsiteX7" fmla="*/ 104203 w 104202"/>
                  <a:gd name="connsiteY7" fmla="*/ 134607 h 136526"/>
                  <a:gd name="connsiteX8" fmla="*/ 93871 w 104202"/>
                  <a:gd name="connsiteY8" fmla="*/ 134607 h 136526"/>
                  <a:gd name="connsiteX9" fmla="*/ 88705 w 104202"/>
                  <a:gd name="connsiteY9" fmla="*/ 133427 h 136526"/>
                  <a:gd name="connsiteX10" fmla="*/ 85901 w 104202"/>
                  <a:gd name="connsiteY10" fmla="*/ 128999 h 136526"/>
                  <a:gd name="connsiteX11" fmla="*/ 83244 w 104202"/>
                  <a:gd name="connsiteY11" fmla="*/ 116453 h 136526"/>
                  <a:gd name="connsiteX12" fmla="*/ 73060 w 104202"/>
                  <a:gd name="connsiteY12" fmla="*/ 125014 h 136526"/>
                  <a:gd name="connsiteX13" fmla="*/ 62581 w 104202"/>
                  <a:gd name="connsiteY13" fmla="*/ 131213 h 136526"/>
                  <a:gd name="connsiteX14" fmla="*/ 50921 w 104202"/>
                  <a:gd name="connsiteY14" fmla="*/ 135198 h 136526"/>
                  <a:gd name="connsiteX15" fmla="*/ 37194 w 104202"/>
                  <a:gd name="connsiteY15" fmla="*/ 136526 h 136526"/>
                  <a:gd name="connsiteX16" fmla="*/ 22730 w 104202"/>
                  <a:gd name="connsiteY16" fmla="*/ 134312 h 136526"/>
                  <a:gd name="connsiteX17" fmla="*/ 10922 w 104202"/>
                  <a:gd name="connsiteY17" fmla="*/ 127818 h 136526"/>
                  <a:gd name="connsiteX18" fmla="*/ 2952 w 104202"/>
                  <a:gd name="connsiteY18" fmla="*/ 116896 h 136526"/>
                  <a:gd name="connsiteX19" fmla="*/ 0 w 104202"/>
                  <a:gd name="connsiteY19" fmla="*/ 101251 h 136526"/>
                  <a:gd name="connsiteX20" fmla="*/ 4280 w 104202"/>
                  <a:gd name="connsiteY20" fmla="*/ 86196 h 136526"/>
                  <a:gd name="connsiteX21" fmla="*/ 18302 w 104202"/>
                  <a:gd name="connsiteY21" fmla="*/ 73355 h 136526"/>
                  <a:gd name="connsiteX22" fmla="*/ 43541 w 104202"/>
                  <a:gd name="connsiteY22" fmla="*/ 64204 h 136526"/>
                  <a:gd name="connsiteX23" fmla="*/ 81621 w 104202"/>
                  <a:gd name="connsiteY23" fmla="*/ 60072 h 136526"/>
                  <a:gd name="connsiteX24" fmla="*/ 81621 w 104202"/>
                  <a:gd name="connsiteY24" fmla="*/ 49740 h 136526"/>
                  <a:gd name="connsiteX25" fmla="*/ 74979 w 104202"/>
                  <a:gd name="connsiteY25" fmla="*/ 26420 h 136526"/>
                  <a:gd name="connsiteX26" fmla="*/ 55496 w 104202"/>
                  <a:gd name="connsiteY26" fmla="*/ 18449 h 136526"/>
                  <a:gd name="connsiteX27" fmla="*/ 41032 w 104202"/>
                  <a:gd name="connsiteY27" fmla="*/ 20663 h 136526"/>
                  <a:gd name="connsiteX28" fmla="*/ 30995 w 104202"/>
                  <a:gd name="connsiteY28" fmla="*/ 25534 h 136526"/>
                  <a:gd name="connsiteX29" fmla="*/ 23615 w 104202"/>
                  <a:gd name="connsiteY29" fmla="*/ 30405 h 136526"/>
                  <a:gd name="connsiteX30" fmla="*/ 17564 w 104202"/>
                  <a:gd name="connsiteY30" fmla="*/ 32619 h 136526"/>
                  <a:gd name="connsiteX31" fmla="*/ 13579 w 104202"/>
                  <a:gd name="connsiteY31" fmla="*/ 31438 h 136526"/>
                  <a:gd name="connsiteX32" fmla="*/ 10775 w 104202"/>
                  <a:gd name="connsiteY32" fmla="*/ 28338 h 136526"/>
                  <a:gd name="connsiteX33" fmla="*/ 6642 w 104202"/>
                  <a:gd name="connsiteY33" fmla="*/ 20959 h 136526"/>
                  <a:gd name="connsiteX34" fmla="*/ 81621 w 104202"/>
                  <a:gd name="connsiteY34" fmla="*/ 74979 h 136526"/>
                  <a:gd name="connsiteX35" fmla="*/ 54315 w 104202"/>
                  <a:gd name="connsiteY35" fmla="*/ 77488 h 136526"/>
                  <a:gd name="connsiteX36" fmla="*/ 35866 w 104202"/>
                  <a:gd name="connsiteY36" fmla="*/ 82801 h 136526"/>
                  <a:gd name="connsiteX37" fmla="*/ 25534 w 104202"/>
                  <a:gd name="connsiteY37" fmla="*/ 90476 h 136526"/>
                  <a:gd name="connsiteX38" fmla="*/ 22287 w 104202"/>
                  <a:gd name="connsiteY38" fmla="*/ 100365 h 136526"/>
                  <a:gd name="connsiteX39" fmla="*/ 24058 w 104202"/>
                  <a:gd name="connsiteY39" fmla="*/ 109369 h 136526"/>
                  <a:gd name="connsiteX40" fmla="*/ 28634 w 104202"/>
                  <a:gd name="connsiteY40" fmla="*/ 115568 h 136526"/>
                  <a:gd name="connsiteX41" fmla="*/ 35571 w 104202"/>
                  <a:gd name="connsiteY41" fmla="*/ 119110 h 136526"/>
                  <a:gd name="connsiteX42" fmla="*/ 44131 w 104202"/>
                  <a:gd name="connsiteY42" fmla="*/ 120291 h 136526"/>
                  <a:gd name="connsiteX43" fmla="*/ 55349 w 104202"/>
                  <a:gd name="connsiteY43" fmla="*/ 119110 h 136526"/>
                  <a:gd name="connsiteX44" fmla="*/ 64942 w 104202"/>
                  <a:gd name="connsiteY44" fmla="*/ 115568 h 136526"/>
                  <a:gd name="connsiteX45" fmla="*/ 73503 w 104202"/>
                  <a:gd name="connsiteY45" fmla="*/ 109959 h 136526"/>
                  <a:gd name="connsiteX46" fmla="*/ 81473 w 104202"/>
                  <a:gd name="connsiteY46" fmla="*/ 102579 h 136526"/>
                  <a:gd name="connsiteX47" fmla="*/ 81473 w 104202"/>
                  <a:gd name="connsiteY47" fmla="*/ 75126 h 136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04202" h="136526">
                    <a:moveTo>
                      <a:pt x="6494" y="20959"/>
                    </a:moveTo>
                    <a:cubicBezTo>
                      <a:pt x="13874" y="13874"/>
                      <a:pt x="21697" y="8708"/>
                      <a:pt x="30110" y="5166"/>
                    </a:cubicBezTo>
                    <a:cubicBezTo>
                      <a:pt x="38523" y="1624"/>
                      <a:pt x="47969" y="0"/>
                      <a:pt x="58153" y="0"/>
                    </a:cubicBezTo>
                    <a:cubicBezTo>
                      <a:pt x="65533" y="0"/>
                      <a:pt x="72174" y="1181"/>
                      <a:pt x="77931" y="3690"/>
                    </a:cubicBezTo>
                    <a:cubicBezTo>
                      <a:pt x="83687" y="6199"/>
                      <a:pt x="88558" y="9594"/>
                      <a:pt x="92395" y="13874"/>
                    </a:cubicBezTo>
                    <a:cubicBezTo>
                      <a:pt x="96233" y="18154"/>
                      <a:pt x="99332" y="23468"/>
                      <a:pt x="101251" y="29667"/>
                    </a:cubicBezTo>
                    <a:cubicBezTo>
                      <a:pt x="103170" y="35866"/>
                      <a:pt x="104203" y="42655"/>
                      <a:pt x="104203" y="50035"/>
                    </a:cubicBezTo>
                    <a:lnTo>
                      <a:pt x="104203" y="134607"/>
                    </a:lnTo>
                    <a:lnTo>
                      <a:pt x="93871" y="134607"/>
                    </a:lnTo>
                    <a:cubicBezTo>
                      <a:pt x="91657" y="134607"/>
                      <a:pt x="89886" y="134165"/>
                      <a:pt x="88705" y="133427"/>
                    </a:cubicBezTo>
                    <a:cubicBezTo>
                      <a:pt x="87524" y="132689"/>
                      <a:pt x="86491" y="131213"/>
                      <a:pt x="85901" y="128999"/>
                    </a:cubicBezTo>
                    <a:lnTo>
                      <a:pt x="83244" y="116453"/>
                    </a:lnTo>
                    <a:cubicBezTo>
                      <a:pt x="79702" y="119700"/>
                      <a:pt x="76307" y="122505"/>
                      <a:pt x="73060" y="125014"/>
                    </a:cubicBezTo>
                    <a:cubicBezTo>
                      <a:pt x="69813" y="127523"/>
                      <a:pt x="66271" y="129589"/>
                      <a:pt x="62581" y="131213"/>
                    </a:cubicBezTo>
                    <a:cubicBezTo>
                      <a:pt x="58891" y="132984"/>
                      <a:pt x="55053" y="134165"/>
                      <a:pt x="50921" y="135198"/>
                    </a:cubicBezTo>
                    <a:cubicBezTo>
                      <a:pt x="46788" y="136083"/>
                      <a:pt x="42212" y="136526"/>
                      <a:pt x="37194" y="136526"/>
                    </a:cubicBezTo>
                    <a:cubicBezTo>
                      <a:pt x="32176" y="136526"/>
                      <a:pt x="27158" y="135788"/>
                      <a:pt x="22730" y="134312"/>
                    </a:cubicBezTo>
                    <a:cubicBezTo>
                      <a:pt x="18154" y="132836"/>
                      <a:pt x="14317" y="130770"/>
                      <a:pt x="10922" y="127818"/>
                    </a:cubicBezTo>
                    <a:cubicBezTo>
                      <a:pt x="7527" y="124866"/>
                      <a:pt x="4871" y="121324"/>
                      <a:pt x="2952" y="116896"/>
                    </a:cubicBezTo>
                    <a:cubicBezTo>
                      <a:pt x="1033" y="112468"/>
                      <a:pt x="0" y="107302"/>
                      <a:pt x="0" y="101251"/>
                    </a:cubicBezTo>
                    <a:cubicBezTo>
                      <a:pt x="0" y="96085"/>
                      <a:pt x="1476" y="91067"/>
                      <a:pt x="4280" y="86196"/>
                    </a:cubicBezTo>
                    <a:cubicBezTo>
                      <a:pt x="7085" y="81325"/>
                      <a:pt x="11808" y="77045"/>
                      <a:pt x="18302" y="73355"/>
                    </a:cubicBezTo>
                    <a:cubicBezTo>
                      <a:pt x="24796" y="69665"/>
                      <a:pt x="33209" y="66566"/>
                      <a:pt x="43541" y="64204"/>
                    </a:cubicBezTo>
                    <a:cubicBezTo>
                      <a:pt x="53873" y="61843"/>
                      <a:pt x="66566" y="60514"/>
                      <a:pt x="81621" y="60072"/>
                    </a:cubicBezTo>
                    <a:lnTo>
                      <a:pt x="81621" y="49740"/>
                    </a:lnTo>
                    <a:cubicBezTo>
                      <a:pt x="81621" y="39408"/>
                      <a:pt x="79407" y="31733"/>
                      <a:pt x="74979" y="26420"/>
                    </a:cubicBezTo>
                    <a:cubicBezTo>
                      <a:pt x="70551" y="21106"/>
                      <a:pt x="64057" y="18449"/>
                      <a:pt x="55496" y="18449"/>
                    </a:cubicBezTo>
                    <a:cubicBezTo>
                      <a:pt x="49740" y="18449"/>
                      <a:pt x="44869" y="19187"/>
                      <a:pt x="41032" y="20663"/>
                    </a:cubicBezTo>
                    <a:cubicBezTo>
                      <a:pt x="37194" y="22139"/>
                      <a:pt x="33800" y="23763"/>
                      <a:pt x="30995" y="25534"/>
                    </a:cubicBezTo>
                    <a:cubicBezTo>
                      <a:pt x="28191" y="27305"/>
                      <a:pt x="25682" y="28929"/>
                      <a:pt x="23615" y="30405"/>
                    </a:cubicBezTo>
                    <a:cubicBezTo>
                      <a:pt x="21549" y="31881"/>
                      <a:pt x="19483" y="32619"/>
                      <a:pt x="17564" y="32619"/>
                    </a:cubicBezTo>
                    <a:cubicBezTo>
                      <a:pt x="15940" y="32619"/>
                      <a:pt x="14612" y="32176"/>
                      <a:pt x="13579" y="31438"/>
                    </a:cubicBezTo>
                    <a:cubicBezTo>
                      <a:pt x="12398" y="30552"/>
                      <a:pt x="11512" y="29519"/>
                      <a:pt x="10775" y="28338"/>
                    </a:cubicBezTo>
                    <a:lnTo>
                      <a:pt x="6642" y="20959"/>
                    </a:lnTo>
                    <a:close/>
                    <a:moveTo>
                      <a:pt x="81621" y="74979"/>
                    </a:moveTo>
                    <a:cubicBezTo>
                      <a:pt x="70846" y="75274"/>
                      <a:pt x="61843" y="76159"/>
                      <a:pt x="54315" y="77488"/>
                    </a:cubicBezTo>
                    <a:cubicBezTo>
                      <a:pt x="46788" y="78816"/>
                      <a:pt x="40589" y="80587"/>
                      <a:pt x="35866" y="82801"/>
                    </a:cubicBezTo>
                    <a:cubicBezTo>
                      <a:pt x="31143" y="85015"/>
                      <a:pt x="27748" y="87524"/>
                      <a:pt x="25534" y="90476"/>
                    </a:cubicBezTo>
                    <a:cubicBezTo>
                      <a:pt x="23468" y="93428"/>
                      <a:pt x="22287" y="96675"/>
                      <a:pt x="22287" y="100365"/>
                    </a:cubicBezTo>
                    <a:cubicBezTo>
                      <a:pt x="22287" y="104055"/>
                      <a:pt x="22877" y="106859"/>
                      <a:pt x="24058" y="109369"/>
                    </a:cubicBezTo>
                    <a:cubicBezTo>
                      <a:pt x="25239" y="111878"/>
                      <a:pt x="26715" y="113944"/>
                      <a:pt x="28634" y="115568"/>
                    </a:cubicBezTo>
                    <a:cubicBezTo>
                      <a:pt x="30552" y="117191"/>
                      <a:pt x="32914" y="118372"/>
                      <a:pt x="35571" y="119110"/>
                    </a:cubicBezTo>
                    <a:cubicBezTo>
                      <a:pt x="38227" y="119848"/>
                      <a:pt x="41032" y="120291"/>
                      <a:pt x="44131" y="120291"/>
                    </a:cubicBezTo>
                    <a:cubicBezTo>
                      <a:pt x="48264" y="120291"/>
                      <a:pt x="51954" y="119848"/>
                      <a:pt x="55349" y="119110"/>
                    </a:cubicBezTo>
                    <a:cubicBezTo>
                      <a:pt x="58743" y="118224"/>
                      <a:pt x="61990" y="117044"/>
                      <a:pt x="64942" y="115568"/>
                    </a:cubicBezTo>
                    <a:cubicBezTo>
                      <a:pt x="67894" y="114092"/>
                      <a:pt x="70846" y="112173"/>
                      <a:pt x="73503" y="109959"/>
                    </a:cubicBezTo>
                    <a:cubicBezTo>
                      <a:pt x="76307" y="107745"/>
                      <a:pt x="78964" y="105236"/>
                      <a:pt x="81473" y="102579"/>
                    </a:cubicBezTo>
                    <a:lnTo>
                      <a:pt x="81473" y="75126"/>
                    </a:lnTo>
                    <a:close/>
                  </a:path>
                </a:pathLst>
              </a:custGeom>
              <a:solidFill>
                <a:schemeClr val="bg1"/>
              </a:solidFill>
              <a:ln w="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A199CC64-311B-4AF5-DD6A-9C5DFA2D23CD}"/>
                  </a:ext>
                </a:extLst>
              </p:cNvPr>
              <p:cNvSpPr/>
              <p:nvPr/>
            </p:nvSpPr>
            <p:spPr>
              <a:xfrm>
                <a:off x="10364878" y="6357139"/>
                <a:ext cx="23320" cy="192465"/>
              </a:xfrm>
              <a:custGeom>
                <a:avLst/>
                <a:gdLst>
                  <a:gd name="connsiteX0" fmla="*/ 23320 w 23320"/>
                  <a:gd name="connsiteY0" fmla="*/ 0 h 192465"/>
                  <a:gd name="connsiteX1" fmla="*/ 23320 w 23320"/>
                  <a:gd name="connsiteY1" fmla="*/ 192465 h 192465"/>
                  <a:gd name="connsiteX2" fmla="*/ 0 w 23320"/>
                  <a:gd name="connsiteY2" fmla="*/ 192465 h 192465"/>
                  <a:gd name="connsiteX3" fmla="*/ 0 w 23320"/>
                  <a:gd name="connsiteY3" fmla="*/ 0 h 192465"/>
                  <a:gd name="connsiteX4" fmla="*/ 23320 w 23320"/>
                  <a:gd name="connsiteY4" fmla="*/ 0 h 1924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20" h="192465">
                    <a:moveTo>
                      <a:pt x="23320" y="0"/>
                    </a:moveTo>
                    <a:lnTo>
                      <a:pt x="23320" y="192465"/>
                    </a:lnTo>
                    <a:lnTo>
                      <a:pt x="0" y="192465"/>
                    </a:lnTo>
                    <a:lnTo>
                      <a:pt x="0" y="0"/>
                    </a:lnTo>
                    <a:lnTo>
                      <a:pt x="23320" y="0"/>
                    </a:lnTo>
                    <a:close/>
                  </a:path>
                </a:pathLst>
              </a:custGeom>
              <a:solidFill>
                <a:schemeClr val="bg1"/>
              </a:solidFill>
              <a:ln w="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E0B7D61F-062D-E42A-1AB4-2C3413A2B0BC}"/>
                  </a:ext>
                </a:extLst>
              </p:cNvPr>
              <p:cNvSpPr/>
              <p:nvPr/>
            </p:nvSpPr>
            <p:spPr>
              <a:xfrm>
                <a:off x="10424655" y="6417063"/>
                <a:ext cx="110254" cy="134459"/>
              </a:xfrm>
              <a:custGeom>
                <a:avLst/>
                <a:gdLst>
                  <a:gd name="connsiteX0" fmla="*/ 109959 w 110254"/>
                  <a:gd name="connsiteY0" fmla="*/ 148 h 134459"/>
                  <a:gd name="connsiteX1" fmla="*/ 109959 w 110254"/>
                  <a:gd name="connsiteY1" fmla="*/ 132394 h 134459"/>
                  <a:gd name="connsiteX2" fmla="*/ 96085 w 110254"/>
                  <a:gd name="connsiteY2" fmla="*/ 132394 h 134459"/>
                  <a:gd name="connsiteX3" fmla="*/ 89886 w 110254"/>
                  <a:gd name="connsiteY3" fmla="*/ 127523 h 134459"/>
                  <a:gd name="connsiteX4" fmla="*/ 88115 w 110254"/>
                  <a:gd name="connsiteY4" fmla="*/ 113354 h 134459"/>
                  <a:gd name="connsiteX5" fmla="*/ 68780 w 110254"/>
                  <a:gd name="connsiteY5" fmla="*/ 128704 h 134459"/>
                  <a:gd name="connsiteX6" fmla="*/ 44279 w 110254"/>
                  <a:gd name="connsiteY6" fmla="*/ 134460 h 134459"/>
                  <a:gd name="connsiteX7" fmla="*/ 25091 w 110254"/>
                  <a:gd name="connsiteY7" fmla="*/ 130918 h 134459"/>
                  <a:gd name="connsiteX8" fmla="*/ 11217 w 110254"/>
                  <a:gd name="connsiteY8" fmla="*/ 120733 h 134459"/>
                  <a:gd name="connsiteX9" fmla="*/ 2804 w 110254"/>
                  <a:gd name="connsiteY9" fmla="*/ 104941 h 134459"/>
                  <a:gd name="connsiteX10" fmla="*/ 0 w 110254"/>
                  <a:gd name="connsiteY10" fmla="*/ 84425 h 134459"/>
                  <a:gd name="connsiteX11" fmla="*/ 0 w 110254"/>
                  <a:gd name="connsiteY11" fmla="*/ 0 h 134459"/>
                  <a:gd name="connsiteX12" fmla="*/ 23320 w 110254"/>
                  <a:gd name="connsiteY12" fmla="*/ 0 h 134459"/>
                  <a:gd name="connsiteX13" fmla="*/ 23320 w 110254"/>
                  <a:gd name="connsiteY13" fmla="*/ 84425 h 134459"/>
                  <a:gd name="connsiteX14" fmla="*/ 30110 w 110254"/>
                  <a:gd name="connsiteY14" fmla="*/ 107745 h 134459"/>
                  <a:gd name="connsiteX15" fmla="*/ 51068 w 110254"/>
                  <a:gd name="connsiteY15" fmla="*/ 116010 h 134459"/>
                  <a:gd name="connsiteX16" fmla="*/ 70403 w 110254"/>
                  <a:gd name="connsiteY16" fmla="*/ 111140 h 134459"/>
                  <a:gd name="connsiteX17" fmla="*/ 86934 w 110254"/>
                  <a:gd name="connsiteY17" fmla="*/ 97561 h 134459"/>
                  <a:gd name="connsiteX18" fmla="*/ 86934 w 110254"/>
                  <a:gd name="connsiteY18" fmla="*/ 148 h 134459"/>
                  <a:gd name="connsiteX19" fmla="*/ 110254 w 110254"/>
                  <a:gd name="connsiteY19" fmla="*/ 148 h 134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0254" h="134459">
                    <a:moveTo>
                      <a:pt x="109959" y="148"/>
                    </a:moveTo>
                    <a:lnTo>
                      <a:pt x="109959" y="132394"/>
                    </a:lnTo>
                    <a:lnTo>
                      <a:pt x="96085" y="132394"/>
                    </a:lnTo>
                    <a:cubicBezTo>
                      <a:pt x="92838" y="132394"/>
                      <a:pt x="90624" y="130770"/>
                      <a:pt x="89886" y="127523"/>
                    </a:cubicBezTo>
                    <a:lnTo>
                      <a:pt x="88115" y="113354"/>
                    </a:lnTo>
                    <a:cubicBezTo>
                      <a:pt x="82359" y="119700"/>
                      <a:pt x="75864" y="124866"/>
                      <a:pt x="68780" y="128704"/>
                    </a:cubicBezTo>
                    <a:cubicBezTo>
                      <a:pt x="61695" y="132541"/>
                      <a:pt x="53430" y="134460"/>
                      <a:pt x="44279" y="134460"/>
                    </a:cubicBezTo>
                    <a:cubicBezTo>
                      <a:pt x="37047" y="134460"/>
                      <a:pt x="30700" y="133279"/>
                      <a:pt x="25091" y="130918"/>
                    </a:cubicBezTo>
                    <a:cubicBezTo>
                      <a:pt x="19483" y="128556"/>
                      <a:pt x="14907" y="125161"/>
                      <a:pt x="11217" y="120733"/>
                    </a:cubicBezTo>
                    <a:cubicBezTo>
                      <a:pt x="7527" y="116453"/>
                      <a:pt x="4723" y="111140"/>
                      <a:pt x="2804" y="104941"/>
                    </a:cubicBezTo>
                    <a:cubicBezTo>
                      <a:pt x="886" y="98742"/>
                      <a:pt x="0" y="91952"/>
                      <a:pt x="0" y="84425"/>
                    </a:cubicBezTo>
                    <a:lnTo>
                      <a:pt x="0" y="0"/>
                    </a:lnTo>
                    <a:lnTo>
                      <a:pt x="23320" y="0"/>
                    </a:lnTo>
                    <a:lnTo>
                      <a:pt x="23320" y="84425"/>
                    </a:lnTo>
                    <a:cubicBezTo>
                      <a:pt x="23320" y="94461"/>
                      <a:pt x="25534" y="102136"/>
                      <a:pt x="30110" y="107745"/>
                    </a:cubicBezTo>
                    <a:cubicBezTo>
                      <a:pt x="34685" y="113206"/>
                      <a:pt x="41622" y="116010"/>
                      <a:pt x="51068" y="116010"/>
                    </a:cubicBezTo>
                    <a:cubicBezTo>
                      <a:pt x="58005" y="116010"/>
                      <a:pt x="64352" y="114387"/>
                      <a:pt x="70403" y="111140"/>
                    </a:cubicBezTo>
                    <a:cubicBezTo>
                      <a:pt x="76307" y="107893"/>
                      <a:pt x="81916" y="103317"/>
                      <a:pt x="86934" y="97561"/>
                    </a:cubicBezTo>
                    <a:lnTo>
                      <a:pt x="86934" y="148"/>
                    </a:lnTo>
                    <a:lnTo>
                      <a:pt x="110254" y="148"/>
                    </a:lnTo>
                    <a:close/>
                  </a:path>
                </a:pathLst>
              </a:custGeom>
              <a:solidFill>
                <a:schemeClr val="bg1"/>
              </a:solidFill>
              <a:ln w="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3EED79A4-D531-F6AA-1E7C-005D23E6E4AD}"/>
                  </a:ext>
                </a:extLst>
              </p:cNvPr>
              <p:cNvSpPr/>
              <p:nvPr/>
            </p:nvSpPr>
            <p:spPr>
              <a:xfrm>
                <a:off x="10563985" y="6415292"/>
                <a:ext cx="117043" cy="136083"/>
              </a:xfrm>
              <a:custGeom>
                <a:avLst/>
                <a:gdLst>
                  <a:gd name="connsiteX0" fmla="*/ 114830 w 117043"/>
                  <a:gd name="connsiteY0" fmla="*/ 115715 h 136083"/>
                  <a:gd name="connsiteX1" fmla="*/ 104498 w 117043"/>
                  <a:gd name="connsiteY1" fmla="*/ 124866 h 136083"/>
                  <a:gd name="connsiteX2" fmla="*/ 91657 w 117043"/>
                  <a:gd name="connsiteY2" fmla="*/ 131213 h 136083"/>
                  <a:gd name="connsiteX3" fmla="*/ 77488 w 117043"/>
                  <a:gd name="connsiteY3" fmla="*/ 134903 h 136083"/>
                  <a:gd name="connsiteX4" fmla="*/ 63023 w 117043"/>
                  <a:gd name="connsiteY4" fmla="*/ 136083 h 136083"/>
                  <a:gd name="connsiteX5" fmla="*/ 37785 w 117043"/>
                  <a:gd name="connsiteY5" fmla="*/ 131508 h 136083"/>
                  <a:gd name="connsiteX6" fmla="*/ 17859 w 117043"/>
                  <a:gd name="connsiteY6" fmla="*/ 117929 h 136083"/>
                  <a:gd name="connsiteX7" fmla="*/ 4723 w 117043"/>
                  <a:gd name="connsiteY7" fmla="*/ 95790 h 136083"/>
                  <a:gd name="connsiteX8" fmla="*/ 0 w 117043"/>
                  <a:gd name="connsiteY8" fmla="*/ 65533 h 136083"/>
                  <a:gd name="connsiteX9" fmla="*/ 4280 w 117043"/>
                  <a:gd name="connsiteY9" fmla="*/ 39703 h 136083"/>
                  <a:gd name="connsiteX10" fmla="*/ 16531 w 117043"/>
                  <a:gd name="connsiteY10" fmla="*/ 18892 h 136083"/>
                  <a:gd name="connsiteX11" fmla="*/ 36013 w 117043"/>
                  <a:gd name="connsiteY11" fmla="*/ 5018 h 136083"/>
                  <a:gd name="connsiteX12" fmla="*/ 61843 w 117043"/>
                  <a:gd name="connsiteY12" fmla="*/ 0 h 136083"/>
                  <a:gd name="connsiteX13" fmla="*/ 83835 w 117043"/>
                  <a:gd name="connsiteY13" fmla="*/ 3985 h 136083"/>
                  <a:gd name="connsiteX14" fmla="*/ 101398 w 117043"/>
                  <a:gd name="connsiteY14" fmla="*/ 15498 h 136083"/>
                  <a:gd name="connsiteX15" fmla="*/ 112911 w 117043"/>
                  <a:gd name="connsiteY15" fmla="*/ 34095 h 136083"/>
                  <a:gd name="connsiteX16" fmla="*/ 117044 w 117043"/>
                  <a:gd name="connsiteY16" fmla="*/ 59186 h 136083"/>
                  <a:gd name="connsiteX17" fmla="*/ 115863 w 117043"/>
                  <a:gd name="connsiteY17" fmla="*/ 66566 h 136083"/>
                  <a:gd name="connsiteX18" fmla="*/ 111435 w 117043"/>
                  <a:gd name="connsiteY18" fmla="*/ 68337 h 136083"/>
                  <a:gd name="connsiteX19" fmla="*/ 23025 w 117043"/>
                  <a:gd name="connsiteY19" fmla="*/ 68337 h 136083"/>
                  <a:gd name="connsiteX20" fmla="*/ 26420 w 117043"/>
                  <a:gd name="connsiteY20" fmla="*/ 90181 h 136083"/>
                  <a:gd name="connsiteX21" fmla="*/ 34980 w 117043"/>
                  <a:gd name="connsiteY21" fmla="*/ 105679 h 136083"/>
                  <a:gd name="connsiteX22" fmla="*/ 47969 w 117043"/>
                  <a:gd name="connsiteY22" fmla="*/ 114977 h 136083"/>
                  <a:gd name="connsiteX23" fmla="*/ 64942 w 117043"/>
                  <a:gd name="connsiteY23" fmla="*/ 118077 h 136083"/>
                  <a:gd name="connsiteX24" fmla="*/ 79997 w 117043"/>
                  <a:gd name="connsiteY24" fmla="*/ 116010 h 136083"/>
                  <a:gd name="connsiteX25" fmla="*/ 90919 w 117043"/>
                  <a:gd name="connsiteY25" fmla="*/ 111582 h 136083"/>
                  <a:gd name="connsiteX26" fmla="*/ 98594 w 117043"/>
                  <a:gd name="connsiteY26" fmla="*/ 107155 h 136083"/>
                  <a:gd name="connsiteX27" fmla="*/ 103908 w 117043"/>
                  <a:gd name="connsiteY27" fmla="*/ 105088 h 136083"/>
                  <a:gd name="connsiteX28" fmla="*/ 108335 w 117043"/>
                  <a:gd name="connsiteY28" fmla="*/ 107302 h 136083"/>
                  <a:gd name="connsiteX29" fmla="*/ 114830 w 117043"/>
                  <a:gd name="connsiteY29" fmla="*/ 115863 h 136083"/>
                  <a:gd name="connsiteX30" fmla="*/ 95937 w 117043"/>
                  <a:gd name="connsiteY30" fmla="*/ 53725 h 136083"/>
                  <a:gd name="connsiteX31" fmla="*/ 93576 w 117043"/>
                  <a:gd name="connsiteY31" fmla="*/ 38965 h 136083"/>
                  <a:gd name="connsiteX32" fmla="*/ 86934 w 117043"/>
                  <a:gd name="connsiteY32" fmla="*/ 27305 h 136083"/>
                  <a:gd name="connsiteX33" fmla="*/ 76307 w 117043"/>
                  <a:gd name="connsiteY33" fmla="*/ 19778 h 136083"/>
                  <a:gd name="connsiteX34" fmla="*/ 62138 w 117043"/>
                  <a:gd name="connsiteY34" fmla="*/ 17121 h 136083"/>
                  <a:gd name="connsiteX35" fmla="*/ 35718 w 117043"/>
                  <a:gd name="connsiteY35" fmla="*/ 26862 h 136083"/>
                  <a:gd name="connsiteX36" fmla="*/ 23615 w 117043"/>
                  <a:gd name="connsiteY36" fmla="*/ 53872 h 136083"/>
                  <a:gd name="connsiteX37" fmla="*/ 95937 w 117043"/>
                  <a:gd name="connsiteY37" fmla="*/ 53872 h 136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7043" h="136083">
                    <a:moveTo>
                      <a:pt x="114830" y="115715"/>
                    </a:moveTo>
                    <a:cubicBezTo>
                      <a:pt x="112025" y="119257"/>
                      <a:pt x="108483" y="122209"/>
                      <a:pt x="104498" y="124866"/>
                    </a:cubicBezTo>
                    <a:cubicBezTo>
                      <a:pt x="100513" y="127375"/>
                      <a:pt x="96233" y="129589"/>
                      <a:pt x="91657" y="131213"/>
                    </a:cubicBezTo>
                    <a:cubicBezTo>
                      <a:pt x="87082" y="132836"/>
                      <a:pt x="82359" y="134165"/>
                      <a:pt x="77488" y="134903"/>
                    </a:cubicBezTo>
                    <a:cubicBezTo>
                      <a:pt x="72617" y="135788"/>
                      <a:pt x="67747" y="136083"/>
                      <a:pt x="63023" y="136083"/>
                    </a:cubicBezTo>
                    <a:cubicBezTo>
                      <a:pt x="53873" y="136083"/>
                      <a:pt x="45460" y="134607"/>
                      <a:pt x="37785" y="131508"/>
                    </a:cubicBezTo>
                    <a:cubicBezTo>
                      <a:pt x="30110" y="128408"/>
                      <a:pt x="23468" y="123833"/>
                      <a:pt x="17859" y="117929"/>
                    </a:cubicBezTo>
                    <a:cubicBezTo>
                      <a:pt x="12251" y="112025"/>
                      <a:pt x="7823" y="104646"/>
                      <a:pt x="4723" y="95790"/>
                    </a:cubicBezTo>
                    <a:cubicBezTo>
                      <a:pt x="1624" y="86934"/>
                      <a:pt x="0" y="76897"/>
                      <a:pt x="0" y="65533"/>
                    </a:cubicBezTo>
                    <a:cubicBezTo>
                      <a:pt x="0" y="56382"/>
                      <a:pt x="1476" y="47673"/>
                      <a:pt x="4280" y="39703"/>
                    </a:cubicBezTo>
                    <a:cubicBezTo>
                      <a:pt x="7085" y="31733"/>
                      <a:pt x="11217" y="24796"/>
                      <a:pt x="16531" y="18892"/>
                    </a:cubicBezTo>
                    <a:cubicBezTo>
                      <a:pt x="21844" y="12988"/>
                      <a:pt x="28338" y="8413"/>
                      <a:pt x="36013" y="5018"/>
                    </a:cubicBezTo>
                    <a:cubicBezTo>
                      <a:pt x="43688" y="1624"/>
                      <a:pt x="52249" y="0"/>
                      <a:pt x="61843" y="0"/>
                    </a:cubicBezTo>
                    <a:cubicBezTo>
                      <a:pt x="69813" y="0"/>
                      <a:pt x="77045" y="1328"/>
                      <a:pt x="83835" y="3985"/>
                    </a:cubicBezTo>
                    <a:cubicBezTo>
                      <a:pt x="90624" y="6642"/>
                      <a:pt x="96380" y="10479"/>
                      <a:pt x="101398" y="15498"/>
                    </a:cubicBezTo>
                    <a:cubicBezTo>
                      <a:pt x="106269" y="20516"/>
                      <a:pt x="110107" y="26715"/>
                      <a:pt x="112911" y="34095"/>
                    </a:cubicBezTo>
                    <a:cubicBezTo>
                      <a:pt x="115715" y="41474"/>
                      <a:pt x="117044" y="49887"/>
                      <a:pt x="117044" y="59186"/>
                    </a:cubicBezTo>
                    <a:cubicBezTo>
                      <a:pt x="117044" y="62876"/>
                      <a:pt x="116601" y="65237"/>
                      <a:pt x="115863" y="66566"/>
                    </a:cubicBezTo>
                    <a:cubicBezTo>
                      <a:pt x="115125" y="67747"/>
                      <a:pt x="113649" y="68337"/>
                      <a:pt x="111435" y="68337"/>
                    </a:cubicBezTo>
                    <a:lnTo>
                      <a:pt x="23025" y="68337"/>
                    </a:lnTo>
                    <a:cubicBezTo>
                      <a:pt x="23320" y="76750"/>
                      <a:pt x="24501" y="83982"/>
                      <a:pt x="26420" y="90181"/>
                    </a:cubicBezTo>
                    <a:cubicBezTo>
                      <a:pt x="28338" y="96380"/>
                      <a:pt x="31290" y="101546"/>
                      <a:pt x="34980" y="105679"/>
                    </a:cubicBezTo>
                    <a:cubicBezTo>
                      <a:pt x="38670" y="109811"/>
                      <a:pt x="42950" y="112911"/>
                      <a:pt x="47969" y="114977"/>
                    </a:cubicBezTo>
                    <a:cubicBezTo>
                      <a:pt x="52987" y="117044"/>
                      <a:pt x="58743" y="118077"/>
                      <a:pt x="64942" y="118077"/>
                    </a:cubicBezTo>
                    <a:cubicBezTo>
                      <a:pt x="70846" y="118077"/>
                      <a:pt x="75864" y="117339"/>
                      <a:pt x="79997" y="116010"/>
                    </a:cubicBezTo>
                    <a:cubicBezTo>
                      <a:pt x="84277" y="114682"/>
                      <a:pt x="87820" y="113206"/>
                      <a:pt x="90919" y="111582"/>
                    </a:cubicBezTo>
                    <a:cubicBezTo>
                      <a:pt x="94019" y="109959"/>
                      <a:pt x="96528" y="108483"/>
                      <a:pt x="98594" y="107155"/>
                    </a:cubicBezTo>
                    <a:cubicBezTo>
                      <a:pt x="100661" y="105826"/>
                      <a:pt x="102432" y="105088"/>
                      <a:pt x="103908" y="105088"/>
                    </a:cubicBezTo>
                    <a:cubicBezTo>
                      <a:pt x="105826" y="105088"/>
                      <a:pt x="107302" y="105826"/>
                      <a:pt x="108335" y="107302"/>
                    </a:cubicBezTo>
                    <a:lnTo>
                      <a:pt x="114830" y="115863"/>
                    </a:lnTo>
                    <a:close/>
                    <a:moveTo>
                      <a:pt x="95937" y="53725"/>
                    </a:moveTo>
                    <a:cubicBezTo>
                      <a:pt x="95937" y="48264"/>
                      <a:pt x="95199" y="43393"/>
                      <a:pt x="93576" y="38965"/>
                    </a:cubicBezTo>
                    <a:cubicBezTo>
                      <a:pt x="92100" y="34537"/>
                      <a:pt x="89886" y="30552"/>
                      <a:pt x="86934" y="27305"/>
                    </a:cubicBezTo>
                    <a:cubicBezTo>
                      <a:pt x="83982" y="24058"/>
                      <a:pt x="80440" y="21549"/>
                      <a:pt x="76307" y="19778"/>
                    </a:cubicBezTo>
                    <a:cubicBezTo>
                      <a:pt x="72174" y="18007"/>
                      <a:pt x="67451" y="17121"/>
                      <a:pt x="62138" y="17121"/>
                    </a:cubicBezTo>
                    <a:cubicBezTo>
                      <a:pt x="51068" y="17121"/>
                      <a:pt x="42212" y="20368"/>
                      <a:pt x="35718" y="26862"/>
                    </a:cubicBezTo>
                    <a:cubicBezTo>
                      <a:pt x="29224" y="33357"/>
                      <a:pt x="25239" y="42360"/>
                      <a:pt x="23615" y="53872"/>
                    </a:cubicBezTo>
                    <a:lnTo>
                      <a:pt x="95937" y="53872"/>
                    </a:lnTo>
                    <a:close/>
                  </a:path>
                </a:pathLst>
              </a:custGeom>
              <a:solidFill>
                <a:schemeClr val="bg1"/>
              </a:solidFill>
              <a:ln w="0"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77552B94-CDBA-D741-0248-3B3076F8A2D4}"/>
                  </a:ext>
                </a:extLst>
              </p:cNvPr>
              <p:cNvSpPr/>
              <p:nvPr/>
            </p:nvSpPr>
            <p:spPr>
              <a:xfrm>
                <a:off x="10705383" y="6518757"/>
                <a:ext cx="32471" cy="32618"/>
              </a:xfrm>
              <a:custGeom>
                <a:avLst/>
                <a:gdLst>
                  <a:gd name="connsiteX0" fmla="*/ 0 w 32471"/>
                  <a:gd name="connsiteY0" fmla="*/ 16383 h 32618"/>
                  <a:gd name="connsiteX1" fmla="*/ 1181 w 32471"/>
                  <a:gd name="connsiteY1" fmla="*/ 10037 h 32618"/>
                  <a:gd name="connsiteX2" fmla="*/ 4575 w 32471"/>
                  <a:gd name="connsiteY2" fmla="*/ 4871 h 32618"/>
                  <a:gd name="connsiteX3" fmla="*/ 9741 w 32471"/>
                  <a:gd name="connsiteY3" fmla="*/ 1328 h 32618"/>
                  <a:gd name="connsiteX4" fmla="*/ 16088 w 32471"/>
                  <a:gd name="connsiteY4" fmla="*/ 0 h 32618"/>
                  <a:gd name="connsiteX5" fmla="*/ 22435 w 32471"/>
                  <a:gd name="connsiteY5" fmla="*/ 1328 h 32618"/>
                  <a:gd name="connsiteX6" fmla="*/ 27600 w 32471"/>
                  <a:gd name="connsiteY6" fmla="*/ 4871 h 32618"/>
                  <a:gd name="connsiteX7" fmla="*/ 31143 w 32471"/>
                  <a:gd name="connsiteY7" fmla="*/ 10037 h 32618"/>
                  <a:gd name="connsiteX8" fmla="*/ 32471 w 32471"/>
                  <a:gd name="connsiteY8" fmla="*/ 16383 h 32618"/>
                  <a:gd name="connsiteX9" fmla="*/ 31143 w 32471"/>
                  <a:gd name="connsiteY9" fmla="*/ 22877 h 32618"/>
                  <a:gd name="connsiteX10" fmla="*/ 27600 w 32471"/>
                  <a:gd name="connsiteY10" fmla="*/ 28043 h 32618"/>
                  <a:gd name="connsiteX11" fmla="*/ 22435 w 32471"/>
                  <a:gd name="connsiteY11" fmla="*/ 31438 h 32618"/>
                  <a:gd name="connsiteX12" fmla="*/ 16088 w 32471"/>
                  <a:gd name="connsiteY12" fmla="*/ 32619 h 32618"/>
                  <a:gd name="connsiteX13" fmla="*/ 9741 w 32471"/>
                  <a:gd name="connsiteY13" fmla="*/ 31438 h 32618"/>
                  <a:gd name="connsiteX14" fmla="*/ 4575 w 32471"/>
                  <a:gd name="connsiteY14" fmla="*/ 28043 h 32618"/>
                  <a:gd name="connsiteX15" fmla="*/ 1181 w 32471"/>
                  <a:gd name="connsiteY15" fmla="*/ 22877 h 32618"/>
                  <a:gd name="connsiteX16" fmla="*/ 0 w 32471"/>
                  <a:gd name="connsiteY16" fmla="*/ 16383 h 3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470" h="32618">
                    <a:moveTo>
                      <a:pt x="0" y="16383"/>
                    </a:moveTo>
                    <a:cubicBezTo>
                      <a:pt x="0" y="14169"/>
                      <a:pt x="443" y="11955"/>
                      <a:pt x="1181" y="10037"/>
                    </a:cubicBezTo>
                    <a:cubicBezTo>
                      <a:pt x="1919" y="8118"/>
                      <a:pt x="3100" y="6347"/>
                      <a:pt x="4575" y="4871"/>
                    </a:cubicBezTo>
                    <a:cubicBezTo>
                      <a:pt x="6051" y="3395"/>
                      <a:pt x="7675" y="2214"/>
                      <a:pt x="9741" y="1328"/>
                    </a:cubicBezTo>
                    <a:cubicBezTo>
                      <a:pt x="11808" y="443"/>
                      <a:pt x="13874" y="0"/>
                      <a:pt x="16088" y="0"/>
                    </a:cubicBezTo>
                    <a:cubicBezTo>
                      <a:pt x="18302" y="0"/>
                      <a:pt x="20516" y="443"/>
                      <a:pt x="22435" y="1328"/>
                    </a:cubicBezTo>
                    <a:cubicBezTo>
                      <a:pt x="24353" y="2214"/>
                      <a:pt x="26124" y="3395"/>
                      <a:pt x="27600" y="4871"/>
                    </a:cubicBezTo>
                    <a:cubicBezTo>
                      <a:pt x="29076" y="6347"/>
                      <a:pt x="30257" y="8118"/>
                      <a:pt x="31143" y="10037"/>
                    </a:cubicBezTo>
                    <a:cubicBezTo>
                      <a:pt x="32028" y="12103"/>
                      <a:pt x="32471" y="14169"/>
                      <a:pt x="32471" y="16383"/>
                    </a:cubicBezTo>
                    <a:cubicBezTo>
                      <a:pt x="32471" y="18597"/>
                      <a:pt x="32028" y="20959"/>
                      <a:pt x="31143" y="22877"/>
                    </a:cubicBezTo>
                    <a:cubicBezTo>
                      <a:pt x="30257" y="24796"/>
                      <a:pt x="29076" y="26567"/>
                      <a:pt x="27600" y="28043"/>
                    </a:cubicBezTo>
                    <a:cubicBezTo>
                      <a:pt x="26124" y="29519"/>
                      <a:pt x="24353" y="30700"/>
                      <a:pt x="22435" y="31438"/>
                    </a:cubicBezTo>
                    <a:cubicBezTo>
                      <a:pt x="20368" y="32323"/>
                      <a:pt x="18302" y="32619"/>
                      <a:pt x="16088" y="32619"/>
                    </a:cubicBezTo>
                    <a:cubicBezTo>
                      <a:pt x="13874" y="32619"/>
                      <a:pt x="11660" y="32176"/>
                      <a:pt x="9741" y="31438"/>
                    </a:cubicBezTo>
                    <a:cubicBezTo>
                      <a:pt x="7675" y="30552"/>
                      <a:pt x="6051" y="29519"/>
                      <a:pt x="4575" y="28043"/>
                    </a:cubicBezTo>
                    <a:cubicBezTo>
                      <a:pt x="3100" y="26567"/>
                      <a:pt x="2066" y="24796"/>
                      <a:pt x="1181" y="22877"/>
                    </a:cubicBezTo>
                    <a:cubicBezTo>
                      <a:pt x="295" y="20959"/>
                      <a:pt x="0" y="18745"/>
                      <a:pt x="0" y="16383"/>
                    </a:cubicBezTo>
                    <a:close/>
                  </a:path>
                </a:pathLst>
              </a:custGeom>
              <a:solidFill>
                <a:srgbClr val="231F20"/>
              </a:solidFill>
              <a:ln w="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4D3AC16A-AE0B-A8BF-B8E6-E4B5B5A2CF05}"/>
                  </a:ext>
                </a:extLst>
              </p:cNvPr>
              <p:cNvSpPr/>
              <p:nvPr/>
            </p:nvSpPr>
            <p:spPr>
              <a:xfrm>
                <a:off x="10843237" y="6362305"/>
                <a:ext cx="115272" cy="187151"/>
              </a:xfrm>
              <a:custGeom>
                <a:avLst/>
                <a:gdLst>
                  <a:gd name="connsiteX0" fmla="*/ 25387 w 115272"/>
                  <a:gd name="connsiteY0" fmla="*/ 20663 h 187151"/>
                  <a:gd name="connsiteX1" fmla="*/ 25387 w 115272"/>
                  <a:gd name="connsiteY1" fmla="*/ 86048 h 187151"/>
                  <a:gd name="connsiteX2" fmla="*/ 102284 w 115272"/>
                  <a:gd name="connsiteY2" fmla="*/ 86048 h 187151"/>
                  <a:gd name="connsiteX3" fmla="*/ 102284 w 115272"/>
                  <a:gd name="connsiteY3" fmla="*/ 106712 h 187151"/>
                  <a:gd name="connsiteX4" fmla="*/ 25387 w 115272"/>
                  <a:gd name="connsiteY4" fmla="*/ 106712 h 187151"/>
                  <a:gd name="connsiteX5" fmla="*/ 25387 w 115272"/>
                  <a:gd name="connsiteY5" fmla="*/ 187152 h 187151"/>
                  <a:gd name="connsiteX6" fmla="*/ 0 w 115272"/>
                  <a:gd name="connsiteY6" fmla="*/ 187152 h 187151"/>
                  <a:gd name="connsiteX7" fmla="*/ 0 w 115272"/>
                  <a:gd name="connsiteY7" fmla="*/ 0 h 187151"/>
                  <a:gd name="connsiteX8" fmla="*/ 115273 w 115272"/>
                  <a:gd name="connsiteY8" fmla="*/ 0 h 187151"/>
                  <a:gd name="connsiteX9" fmla="*/ 115273 w 115272"/>
                  <a:gd name="connsiteY9" fmla="*/ 20663 h 187151"/>
                  <a:gd name="connsiteX10" fmla="*/ 25239 w 115272"/>
                  <a:gd name="connsiteY10" fmla="*/ 20663 h 187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272" h="187151">
                    <a:moveTo>
                      <a:pt x="25387" y="20663"/>
                    </a:moveTo>
                    <a:lnTo>
                      <a:pt x="25387" y="86048"/>
                    </a:lnTo>
                    <a:lnTo>
                      <a:pt x="102284" y="86048"/>
                    </a:lnTo>
                    <a:lnTo>
                      <a:pt x="102284" y="106712"/>
                    </a:lnTo>
                    <a:lnTo>
                      <a:pt x="25387" y="106712"/>
                    </a:lnTo>
                    <a:lnTo>
                      <a:pt x="25387" y="187152"/>
                    </a:lnTo>
                    <a:lnTo>
                      <a:pt x="0" y="187152"/>
                    </a:lnTo>
                    <a:lnTo>
                      <a:pt x="0" y="0"/>
                    </a:lnTo>
                    <a:lnTo>
                      <a:pt x="115273" y="0"/>
                    </a:lnTo>
                    <a:lnTo>
                      <a:pt x="115273" y="20663"/>
                    </a:lnTo>
                    <a:lnTo>
                      <a:pt x="25239" y="20663"/>
                    </a:lnTo>
                    <a:close/>
                  </a:path>
                </a:pathLst>
              </a:custGeom>
              <a:solidFill>
                <a:srgbClr val="1498CE"/>
              </a:solidFill>
              <a:ln w="0"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4BAFE3D9-43B0-6B38-E49D-436DCD6E8BEB}"/>
                  </a:ext>
                </a:extLst>
              </p:cNvPr>
              <p:cNvSpPr/>
              <p:nvPr/>
            </p:nvSpPr>
            <p:spPr>
              <a:xfrm>
                <a:off x="10957181" y="6414997"/>
                <a:ext cx="104202" cy="136526"/>
              </a:xfrm>
              <a:custGeom>
                <a:avLst/>
                <a:gdLst>
                  <a:gd name="connsiteX0" fmla="*/ 6494 w 104202"/>
                  <a:gd name="connsiteY0" fmla="*/ 20959 h 136526"/>
                  <a:gd name="connsiteX1" fmla="*/ 30110 w 104202"/>
                  <a:gd name="connsiteY1" fmla="*/ 5166 h 136526"/>
                  <a:gd name="connsiteX2" fmla="*/ 58153 w 104202"/>
                  <a:gd name="connsiteY2" fmla="*/ 0 h 136526"/>
                  <a:gd name="connsiteX3" fmla="*/ 77931 w 104202"/>
                  <a:gd name="connsiteY3" fmla="*/ 3690 h 136526"/>
                  <a:gd name="connsiteX4" fmla="*/ 92395 w 104202"/>
                  <a:gd name="connsiteY4" fmla="*/ 13874 h 136526"/>
                  <a:gd name="connsiteX5" fmla="*/ 101251 w 104202"/>
                  <a:gd name="connsiteY5" fmla="*/ 29667 h 136526"/>
                  <a:gd name="connsiteX6" fmla="*/ 104203 w 104202"/>
                  <a:gd name="connsiteY6" fmla="*/ 50035 h 136526"/>
                  <a:gd name="connsiteX7" fmla="*/ 104203 w 104202"/>
                  <a:gd name="connsiteY7" fmla="*/ 134607 h 136526"/>
                  <a:gd name="connsiteX8" fmla="*/ 93871 w 104202"/>
                  <a:gd name="connsiteY8" fmla="*/ 134607 h 136526"/>
                  <a:gd name="connsiteX9" fmla="*/ 88705 w 104202"/>
                  <a:gd name="connsiteY9" fmla="*/ 133427 h 136526"/>
                  <a:gd name="connsiteX10" fmla="*/ 85901 w 104202"/>
                  <a:gd name="connsiteY10" fmla="*/ 128999 h 136526"/>
                  <a:gd name="connsiteX11" fmla="*/ 83244 w 104202"/>
                  <a:gd name="connsiteY11" fmla="*/ 116453 h 136526"/>
                  <a:gd name="connsiteX12" fmla="*/ 73060 w 104202"/>
                  <a:gd name="connsiteY12" fmla="*/ 125014 h 136526"/>
                  <a:gd name="connsiteX13" fmla="*/ 62581 w 104202"/>
                  <a:gd name="connsiteY13" fmla="*/ 131213 h 136526"/>
                  <a:gd name="connsiteX14" fmla="*/ 50921 w 104202"/>
                  <a:gd name="connsiteY14" fmla="*/ 135198 h 136526"/>
                  <a:gd name="connsiteX15" fmla="*/ 37194 w 104202"/>
                  <a:gd name="connsiteY15" fmla="*/ 136526 h 136526"/>
                  <a:gd name="connsiteX16" fmla="*/ 22730 w 104202"/>
                  <a:gd name="connsiteY16" fmla="*/ 134312 h 136526"/>
                  <a:gd name="connsiteX17" fmla="*/ 10922 w 104202"/>
                  <a:gd name="connsiteY17" fmla="*/ 127818 h 136526"/>
                  <a:gd name="connsiteX18" fmla="*/ 2952 w 104202"/>
                  <a:gd name="connsiteY18" fmla="*/ 116896 h 136526"/>
                  <a:gd name="connsiteX19" fmla="*/ 0 w 104202"/>
                  <a:gd name="connsiteY19" fmla="*/ 101251 h 136526"/>
                  <a:gd name="connsiteX20" fmla="*/ 4280 w 104202"/>
                  <a:gd name="connsiteY20" fmla="*/ 86196 h 136526"/>
                  <a:gd name="connsiteX21" fmla="*/ 18302 w 104202"/>
                  <a:gd name="connsiteY21" fmla="*/ 73355 h 136526"/>
                  <a:gd name="connsiteX22" fmla="*/ 43541 w 104202"/>
                  <a:gd name="connsiteY22" fmla="*/ 64204 h 136526"/>
                  <a:gd name="connsiteX23" fmla="*/ 81621 w 104202"/>
                  <a:gd name="connsiteY23" fmla="*/ 60072 h 136526"/>
                  <a:gd name="connsiteX24" fmla="*/ 81621 w 104202"/>
                  <a:gd name="connsiteY24" fmla="*/ 49740 h 136526"/>
                  <a:gd name="connsiteX25" fmla="*/ 74979 w 104202"/>
                  <a:gd name="connsiteY25" fmla="*/ 26420 h 136526"/>
                  <a:gd name="connsiteX26" fmla="*/ 55496 w 104202"/>
                  <a:gd name="connsiteY26" fmla="*/ 18449 h 136526"/>
                  <a:gd name="connsiteX27" fmla="*/ 41032 w 104202"/>
                  <a:gd name="connsiteY27" fmla="*/ 20663 h 136526"/>
                  <a:gd name="connsiteX28" fmla="*/ 30995 w 104202"/>
                  <a:gd name="connsiteY28" fmla="*/ 25534 h 136526"/>
                  <a:gd name="connsiteX29" fmla="*/ 23615 w 104202"/>
                  <a:gd name="connsiteY29" fmla="*/ 30405 h 136526"/>
                  <a:gd name="connsiteX30" fmla="*/ 17564 w 104202"/>
                  <a:gd name="connsiteY30" fmla="*/ 32619 h 136526"/>
                  <a:gd name="connsiteX31" fmla="*/ 13579 w 104202"/>
                  <a:gd name="connsiteY31" fmla="*/ 31438 h 136526"/>
                  <a:gd name="connsiteX32" fmla="*/ 10774 w 104202"/>
                  <a:gd name="connsiteY32" fmla="*/ 28338 h 136526"/>
                  <a:gd name="connsiteX33" fmla="*/ 6642 w 104202"/>
                  <a:gd name="connsiteY33" fmla="*/ 20959 h 136526"/>
                  <a:gd name="connsiteX34" fmla="*/ 81621 w 104202"/>
                  <a:gd name="connsiteY34" fmla="*/ 74979 h 136526"/>
                  <a:gd name="connsiteX35" fmla="*/ 54315 w 104202"/>
                  <a:gd name="connsiteY35" fmla="*/ 77488 h 136526"/>
                  <a:gd name="connsiteX36" fmla="*/ 35866 w 104202"/>
                  <a:gd name="connsiteY36" fmla="*/ 82801 h 136526"/>
                  <a:gd name="connsiteX37" fmla="*/ 25534 w 104202"/>
                  <a:gd name="connsiteY37" fmla="*/ 90476 h 136526"/>
                  <a:gd name="connsiteX38" fmla="*/ 22287 w 104202"/>
                  <a:gd name="connsiteY38" fmla="*/ 100365 h 136526"/>
                  <a:gd name="connsiteX39" fmla="*/ 24058 w 104202"/>
                  <a:gd name="connsiteY39" fmla="*/ 109369 h 136526"/>
                  <a:gd name="connsiteX40" fmla="*/ 28634 w 104202"/>
                  <a:gd name="connsiteY40" fmla="*/ 115568 h 136526"/>
                  <a:gd name="connsiteX41" fmla="*/ 35571 w 104202"/>
                  <a:gd name="connsiteY41" fmla="*/ 119110 h 136526"/>
                  <a:gd name="connsiteX42" fmla="*/ 44131 w 104202"/>
                  <a:gd name="connsiteY42" fmla="*/ 120291 h 136526"/>
                  <a:gd name="connsiteX43" fmla="*/ 55349 w 104202"/>
                  <a:gd name="connsiteY43" fmla="*/ 119110 h 136526"/>
                  <a:gd name="connsiteX44" fmla="*/ 64942 w 104202"/>
                  <a:gd name="connsiteY44" fmla="*/ 115568 h 136526"/>
                  <a:gd name="connsiteX45" fmla="*/ 73503 w 104202"/>
                  <a:gd name="connsiteY45" fmla="*/ 109959 h 136526"/>
                  <a:gd name="connsiteX46" fmla="*/ 81473 w 104202"/>
                  <a:gd name="connsiteY46" fmla="*/ 102579 h 136526"/>
                  <a:gd name="connsiteX47" fmla="*/ 81473 w 104202"/>
                  <a:gd name="connsiteY47" fmla="*/ 75126 h 136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04202" h="136526">
                    <a:moveTo>
                      <a:pt x="6494" y="20959"/>
                    </a:moveTo>
                    <a:cubicBezTo>
                      <a:pt x="13874" y="13874"/>
                      <a:pt x="21697" y="8708"/>
                      <a:pt x="30110" y="5166"/>
                    </a:cubicBezTo>
                    <a:cubicBezTo>
                      <a:pt x="38523" y="1624"/>
                      <a:pt x="47969" y="0"/>
                      <a:pt x="58153" y="0"/>
                    </a:cubicBezTo>
                    <a:cubicBezTo>
                      <a:pt x="65533" y="0"/>
                      <a:pt x="72174" y="1181"/>
                      <a:pt x="77931" y="3690"/>
                    </a:cubicBezTo>
                    <a:cubicBezTo>
                      <a:pt x="83687" y="6199"/>
                      <a:pt x="88558" y="9594"/>
                      <a:pt x="92395" y="13874"/>
                    </a:cubicBezTo>
                    <a:cubicBezTo>
                      <a:pt x="96233" y="18154"/>
                      <a:pt x="99332" y="23468"/>
                      <a:pt x="101251" y="29667"/>
                    </a:cubicBezTo>
                    <a:cubicBezTo>
                      <a:pt x="103170" y="35866"/>
                      <a:pt x="104203" y="42655"/>
                      <a:pt x="104203" y="50035"/>
                    </a:cubicBezTo>
                    <a:lnTo>
                      <a:pt x="104203" y="134607"/>
                    </a:lnTo>
                    <a:lnTo>
                      <a:pt x="93871" y="134607"/>
                    </a:lnTo>
                    <a:cubicBezTo>
                      <a:pt x="91657" y="134607"/>
                      <a:pt x="89886" y="134165"/>
                      <a:pt x="88705" y="133427"/>
                    </a:cubicBezTo>
                    <a:cubicBezTo>
                      <a:pt x="87524" y="132689"/>
                      <a:pt x="86491" y="131213"/>
                      <a:pt x="85901" y="128999"/>
                    </a:cubicBezTo>
                    <a:lnTo>
                      <a:pt x="83244" y="116453"/>
                    </a:lnTo>
                    <a:cubicBezTo>
                      <a:pt x="79702" y="119700"/>
                      <a:pt x="76307" y="122505"/>
                      <a:pt x="73060" y="125014"/>
                    </a:cubicBezTo>
                    <a:cubicBezTo>
                      <a:pt x="69813" y="127523"/>
                      <a:pt x="66271" y="129589"/>
                      <a:pt x="62581" y="131213"/>
                    </a:cubicBezTo>
                    <a:cubicBezTo>
                      <a:pt x="58891" y="132984"/>
                      <a:pt x="55053" y="134165"/>
                      <a:pt x="50921" y="135198"/>
                    </a:cubicBezTo>
                    <a:cubicBezTo>
                      <a:pt x="46788" y="136083"/>
                      <a:pt x="42212" y="136526"/>
                      <a:pt x="37194" y="136526"/>
                    </a:cubicBezTo>
                    <a:cubicBezTo>
                      <a:pt x="32176" y="136526"/>
                      <a:pt x="27158" y="135788"/>
                      <a:pt x="22730" y="134312"/>
                    </a:cubicBezTo>
                    <a:cubicBezTo>
                      <a:pt x="18154" y="132836"/>
                      <a:pt x="14317" y="130770"/>
                      <a:pt x="10922" y="127818"/>
                    </a:cubicBezTo>
                    <a:cubicBezTo>
                      <a:pt x="7527" y="124866"/>
                      <a:pt x="4871" y="121324"/>
                      <a:pt x="2952" y="116896"/>
                    </a:cubicBezTo>
                    <a:cubicBezTo>
                      <a:pt x="1033" y="112468"/>
                      <a:pt x="0" y="107302"/>
                      <a:pt x="0" y="101251"/>
                    </a:cubicBezTo>
                    <a:cubicBezTo>
                      <a:pt x="0" y="96085"/>
                      <a:pt x="1476" y="91067"/>
                      <a:pt x="4280" y="86196"/>
                    </a:cubicBezTo>
                    <a:cubicBezTo>
                      <a:pt x="7085" y="81325"/>
                      <a:pt x="11808" y="77045"/>
                      <a:pt x="18302" y="73355"/>
                    </a:cubicBezTo>
                    <a:cubicBezTo>
                      <a:pt x="24796" y="69665"/>
                      <a:pt x="33209" y="66566"/>
                      <a:pt x="43541" y="64204"/>
                    </a:cubicBezTo>
                    <a:cubicBezTo>
                      <a:pt x="53872" y="61843"/>
                      <a:pt x="66566" y="60514"/>
                      <a:pt x="81621" y="60072"/>
                    </a:cubicBezTo>
                    <a:lnTo>
                      <a:pt x="81621" y="49740"/>
                    </a:lnTo>
                    <a:cubicBezTo>
                      <a:pt x="81621" y="39408"/>
                      <a:pt x="79407" y="31733"/>
                      <a:pt x="74979" y="26420"/>
                    </a:cubicBezTo>
                    <a:cubicBezTo>
                      <a:pt x="70551" y="21106"/>
                      <a:pt x="64057" y="18449"/>
                      <a:pt x="55496" y="18449"/>
                    </a:cubicBezTo>
                    <a:cubicBezTo>
                      <a:pt x="49740" y="18449"/>
                      <a:pt x="44869" y="19187"/>
                      <a:pt x="41032" y="20663"/>
                    </a:cubicBezTo>
                    <a:cubicBezTo>
                      <a:pt x="37194" y="22139"/>
                      <a:pt x="33799" y="23763"/>
                      <a:pt x="30995" y="25534"/>
                    </a:cubicBezTo>
                    <a:cubicBezTo>
                      <a:pt x="28191" y="27305"/>
                      <a:pt x="25682" y="28929"/>
                      <a:pt x="23615" y="30405"/>
                    </a:cubicBezTo>
                    <a:cubicBezTo>
                      <a:pt x="21549" y="31881"/>
                      <a:pt x="19483" y="32619"/>
                      <a:pt x="17564" y="32619"/>
                    </a:cubicBezTo>
                    <a:cubicBezTo>
                      <a:pt x="15940" y="32619"/>
                      <a:pt x="14612" y="32176"/>
                      <a:pt x="13579" y="31438"/>
                    </a:cubicBezTo>
                    <a:cubicBezTo>
                      <a:pt x="12398" y="30552"/>
                      <a:pt x="11512" y="29519"/>
                      <a:pt x="10774" y="28338"/>
                    </a:cubicBezTo>
                    <a:lnTo>
                      <a:pt x="6642" y="20959"/>
                    </a:lnTo>
                    <a:close/>
                    <a:moveTo>
                      <a:pt x="81621" y="74979"/>
                    </a:moveTo>
                    <a:cubicBezTo>
                      <a:pt x="70846" y="75274"/>
                      <a:pt x="61843" y="76159"/>
                      <a:pt x="54315" y="77488"/>
                    </a:cubicBezTo>
                    <a:cubicBezTo>
                      <a:pt x="46788" y="78816"/>
                      <a:pt x="40589" y="80587"/>
                      <a:pt x="35866" y="82801"/>
                    </a:cubicBezTo>
                    <a:cubicBezTo>
                      <a:pt x="31143" y="85015"/>
                      <a:pt x="27748" y="87524"/>
                      <a:pt x="25534" y="90476"/>
                    </a:cubicBezTo>
                    <a:cubicBezTo>
                      <a:pt x="23468" y="93428"/>
                      <a:pt x="22287" y="96675"/>
                      <a:pt x="22287" y="100365"/>
                    </a:cubicBezTo>
                    <a:cubicBezTo>
                      <a:pt x="22287" y="104055"/>
                      <a:pt x="22877" y="106859"/>
                      <a:pt x="24058" y="109369"/>
                    </a:cubicBezTo>
                    <a:cubicBezTo>
                      <a:pt x="25239" y="111878"/>
                      <a:pt x="26715" y="113944"/>
                      <a:pt x="28634" y="115568"/>
                    </a:cubicBezTo>
                    <a:cubicBezTo>
                      <a:pt x="30552" y="117191"/>
                      <a:pt x="32914" y="118372"/>
                      <a:pt x="35571" y="119110"/>
                    </a:cubicBezTo>
                    <a:cubicBezTo>
                      <a:pt x="38227" y="119848"/>
                      <a:pt x="41032" y="120291"/>
                      <a:pt x="44131" y="120291"/>
                    </a:cubicBezTo>
                    <a:cubicBezTo>
                      <a:pt x="48264" y="120291"/>
                      <a:pt x="51954" y="119848"/>
                      <a:pt x="55349" y="119110"/>
                    </a:cubicBezTo>
                    <a:cubicBezTo>
                      <a:pt x="58743" y="118224"/>
                      <a:pt x="61990" y="117044"/>
                      <a:pt x="64942" y="115568"/>
                    </a:cubicBezTo>
                    <a:cubicBezTo>
                      <a:pt x="67894" y="114092"/>
                      <a:pt x="70846" y="112173"/>
                      <a:pt x="73503" y="109959"/>
                    </a:cubicBezTo>
                    <a:cubicBezTo>
                      <a:pt x="76307" y="107745"/>
                      <a:pt x="78964" y="105236"/>
                      <a:pt x="81473" y="102579"/>
                    </a:cubicBezTo>
                    <a:lnTo>
                      <a:pt x="81473" y="75126"/>
                    </a:lnTo>
                    <a:close/>
                  </a:path>
                </a:pathLst>
              </a:custGeom>
              <a:solidFill>
                <a:srgbClr val="1498CE"/>
              </a:solidFill>
              <a:ln w="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49333B3E-A5C5-7C00-2DA7-8506128BDC6A}"/>
                  </a:ext>
                </a:extLst>
              </p:cNvPr>
              <p:cNvSpPr/>
              <p:nvPr/>
            </p:nvSpPr>
            <p:spPr>
              <a:xfrm>
                <a:off x="11087066" y="6414554"/>
                <a:ext cx="94166" cy="136969"/>
              </a:xfrm>
              <a:custGeom>
                <a:avLst/>
                <a:gdLst>
                  <a:gd name="connsiteX0" fmla="*/ 86934 w 94166"/>
                  <a:gd name="connsiteY0" fmla="*/ 24501 h 136969"/>
                  <a:gd name="connsiteX1" fmla="*/ 82063 w 94166"/>
                  <a:gd name="connsiteY1" fmla="*/ 27305 h 136969"/>
                  <a:gd name="connsiteX2" fmla="*/ 77635 w 94166"/>
                  <a:gd name="connsiteY2" fmla="*/ 25829 h 136969"/>
                  <a:gd name="connsiteX3" fmla="*/ 71584 w 94166"/>
                  <a:gd name="connsiteY3" fmla="*/ 22582 h 136969"/>
                  <a:gd name="connsiteX4" fmla="*/ 63023 w 94166"/>
                  <a:gd name="connsiteY4" fmla="*/ 19335 h 136969"/>
                  <a:gd name="connsiteX5" fmla="*/ 51216 w 94166"/>
                  <a:gd name="connsiteY5" fmla="*/ 17859 h 136969"/>
                  <a:gd name="connsiteX6" fmla="*/ 40589 w 94166"/>
                  <a:gd name="connsiteY6" fmla="*/ 19335 h 136969"/>
                  <a:gd name="connsiteX7" fmla="*/ 32619 w 94166"/>
                  <a:gd name="connsiteY7" fmla="*/ 23468 h 136969"/>
                  <a:gd name="connsiteX8" fmla="*/ 27453 w 94166"/>
                  <a:gd name="connsiteY8" fmla="*/ 29519 h 136969"/>
                  <a:gd name="connsiteX9" fmla="*/ 25682 w 94166"/>
                  <a:gd name="connsiteY9" fmla="*/ 37047 h 136969"/>
                  <a:gd name="connsiteX10" fmla="*/ 28634 w 94166"/>
                  <a:gd name="connsiteY10" fmla="*/ 45607 h 136969"/>
                  <a:gd name="connsiteX11" fmla="*/ 36456 w 94166"/>
                  <a:gd name="connsiteY11" fmla="*/ 51511 h 136969"/>
                  <a:gd name="connsiteX12" fmla="*/ 47378 w 94166"/>
                  <a:gd name="connsiteY12" fmla="*/ 55939 h 136969"/>
                  <a:gd name="connsiteX13" fmla="*/ 59924 w 94166"/>
                  <a:gd name="connsiteY13" fmla="*/ 59924 h 136969"/>
                  <a:gd name="connsiteX14" fmla="*/ 72470 w 94166"/>
                  <a:gd name="connsiteY14" fmla="*/ 64647 h 136969"/>
                  <a:gd name="connsiteX15" fmla="*/ 83392 w 94166"/>
                  <a:gd name="connsiteY15" fmla="*/ 71141 h 136969"/>
                  <a:gd name="connsiteX16" fmla="*/ 91214 w 94166"/>
                  <a:gd name="connsiteY16" fmla="*/ 80735 h 136969"/>
                  <a:gd name="connsiteX17" fmla="*/ 94166 w 94166"/>
                  <a:gd name="connsiteY17" fmla="*/ 94314 h 136969"/>
                  <a:gd name="connsiteX18" fmla="*/ 90919 w 94166"/>
                  <a:gd name="connsiteY18" fmla="*/ 111287 h 136969"/>
                  <a:gd name="connsiteX19" fmla="*/ 81178 w 94166"/>
                  <a:gd name="connsiteY19" fmla="*/ 124719 h 136969"/>
                  <a:gd name="connsiteX20" fmla="*/ 65533 w 94166"/>
                  <a:gd name="connsiteY20" fmla="*/ 133722 h 136969"/>
                  <a:gd name="connsiteX21" fmla="*/ 44131 w 94166"/>
                  <a:gd name="connsiteY21" fmla="*/ 136969 h 136969"/>
                  <a:gd name="connsiteX22" fmla="*/ 19040 w 94166"/>
                  <a:gd name="connsiteY22" fmla="*/ 132394 h 136969"/>
                  <a:gd name="connsiteX23" fmla="*/ 0 w 94166"/>
                  <a:gd name="connsiteY23" fmla="*/ 120881 h 136969"/>
                  <a:gd name="connsiteX24" fmla="*/ 5461 w 94166"/>
                  <a:gd name="connsiteY24" fmla="*/ 112025 h 136969"/>
                  <a:gd name="connsiteX25" fmla="*/ 7970 w 94166"/>
                  <a:gd name="connsiteY25" fmla="*/ 109369 h 136969"/>
                  <a:gd name="connsiteX26" fmla="*/ 11660 w 94166"/>
                  <a:gd name="connsiteY26" fmla="*/ 108483 h 136969"/>
                  <a:gd name="connsiteX27" fmla="*/ 16678 w 94166"/>
                  <a:gd name="connsiteY27" fmla="*/ 110254 h 136969"/>
                  <a:gd name="connsiteX28" fmla="*/ 23025 w 94166"/>
                  <a:gd name="connsiteY28" fmla="*/ 114239 h 136969"/>
                  <a:gd name="connsiteX29" fmla="*/ 32176 w 94166"/>
                  <a:gd name="connsiteY29" fmla="*/ 118224 h 136969"/>
                  <a:gd name="connsiteX30" fmla="*/ 45460 w 94166"/>
                  <a:gd name="connsiteY30" fmla="*/ 119996 h 136969"/>
                  <a:gd name="connsiteX31" fmla="*/ 57415 w 94166"/>
                  <a:gd name="connsiteY31" fmla="*/ 118224 h 136969"/>
                  <a:gd name="connsiteX32" fmla="*/ 65975 w 94166"/>
                  <a:gd name="connsiteY32" fmla="*/ 113501 h 136969"/>
                  <a:gd name="connsiteX33" fmla="*/ 70994 w 94166"/>
                  <a:gd name="connsiteY33" fmla="*/ 106564 h 136969"/>
                  <a:gd name="connsiteX34" fmla="*/ 72617 w 94166"/>
                  <a:gd name="connsiteY34" fmla="*/ 98151 h 136969"/>
                  <a:gd name="connsiteX35" fmla="*/ 69665 w 94166"/>
                  <a:gd name="connsiteY35" fmla="*/ 89000 h 136969"/>
                  <a:gd name="connsiteX36" fmla="*/ 61843 w 94166"/>
                  <a:gd name="connsiteY36" fmla="*/ 82801 h 136969"/>
                  <a:gd name="connsiteX37" fmla="*/ 50773 w 94166"/>
                  <a:gd name="connsiteY37" fmla="*/ 78373 h 136969"/>
                  <a:gd name="connsiteX38" fmla="*/ 38080 w 94166"/>
                  <a:gd name="connsiteY38" fmla="*/ 74388 h 136969"/>
                  <a:gd name="connsiteX39" fmla="*/ 25387 w 94166"/>
                  <a:gd name="connsiteY39" fmla="*/ 69665 h 136969"/>
                  <a:gd name="connsiteX40" fmla="*/ 14317 w 94166"/>
                  <a:gd name="connsiteY40" fmla="*/ 62876 h 136969"/>
                  <a:gd name="connsiteX41" fmla="*/ 6494 w 94166"/>
                  <a:gd name="connsiteY41" fmla="*/ 52839 h 136969"/>
                  <a:gd name="connsiteX42" fmla="*/ 3542 w 94166"/>
                  <a:gd name="connsiteY42" fmla="*/ 38375 h 136969"/>
                  <a:gd name="connsiteX43" fmla="*/ 6642 w 94166"/>
                  <a:gd name="connsiteY43" fmla="*/ 23763 h 136969"/>
                  <a:gd name="connsiteX44" fmla="*/ 15793 w 94166"/>
                  <a:gd name="connsiteY44" fmla="*/ 11513 h 136969"/>
                  <a:gd name="connsiteX45" fmla="*/ 30552 w 94166"/>
                  <a:gd name="connsiteY45" fmla="*/ 3100 h 136969"/>
                  <a:gd name="connsiteX46" fmla="*/ 50478 w 94166"/>
                  <a:gd name="connsiteY46" fmla="*/ 0 h 136969"/>
                  <a:gd name="connsiteX47" fmla="*/ 73946 w 94166"/>
                  <a:gd name="connsiteY47" fmla="*/ 4133 h 136969"/>
                  <a:gd name="connsiteX48" fmla="*/ 91952 w 94166"/>
                  <a:gd name="connsiteY48" fmla="*/ 15498 h 136969"/>
                  <a:gd name="connsiteX49" fmla="*/ 86786 w 94166"/>
                  <a:gd name="connsiteY49" fmla="*/ 24058 h 136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94166" h="136969">
                    <a:moveTo>
                      <a:pt x="86934" y="24501"/>
                    </a:moveTo>
                    <a:cubicBezTo>
                      <a:pt x="85901" y="26420"/>
                      <a:pt x="84277" y="27305"/>
                      <a:pt x="82063" y="27305"/>
                    </a:cubicBezTo>
                    <a:cubicBezTo>
                      <a:pt x="80735" y="27305"/>
                      <a:pt x="79259" y="26863"/>
                      <a:pt x="77635" y="25829"/>
                    </a:cubicBezTo>
                    <a:cubicBezTo>
                      <a:pt x="76012" y="24944"/>
                      <a:pt x="73946" y="23763"/>
                      <a:pt x="71584" y="22582"/>
                    </a:cubicBezTo>
                    <a:cubicBezTo>
                      <a:pt x="69223" y="21401"/>
                      <a:pt x="66271" y="20368"/>
                      <a:pt x="63023" y="19335"/>
                    </a:cubicBezTo>
                    <a:cubicBezTo>
                      <a:pt x="59776" y="18302"/>
                      <a:pt x="55791" y="17859"/>
                      <a:pt x="51216" y="17859"/>
                    </a:cubicBezTo>
                    <a:cubicBezTo>
                      <a:pt x="47231" y="17859"/>
                      <a:pt x="43836" y="18302"/>
                      <a:pt x="40589" y="19335"/>
                    </a:cubicBezTo>
                    <a:cubicBezTo>
                      <a:pt x="37489" y="20368"/>
                      <a:pt x="34833" y="21697"/>
                      <a:pt x="32619" y="23468"/>
                    </a:cubicBezTo>
                    <a:cubicBezTo>
                      <a:pt x="30405" y="25239"/>
                      <a:pt x="28634" y="27305"/>
                      <a:pt x="27453" y="29519"/>
                    </a:cubicBezTo>
                    <a:cubicBezTo>
                      <a:pt x="26272" y="31733"/>
                      <a:pt x="25682" y="34390"/>
                      <a:pt x="25682" y="37047"/>
                    </a:cubicBezTo>
                    <a:cubicBezTo>
                      <a:pt x="25682" y="40441"/>
                      <a:pt x="26715" y="43246"/>
                      <a:pt x="28634" y="45607"/>
                    </a:cubicBezTo>
                    <a:cubicBezTo>
                      <a:pt x="30552" y="47821"/>
                      <a:pt x="33209" y="49887"/>
                      <a:pt x="36456" y="51511"/>
                    </a:cubicBezTo>
                    <a:cubicBezTo>
                      <a:pt x="39703" y="53135"/>
                      <a:pt x="43393" y="54611"/>
                      <a:pt x="47378" y="55939"/>
                    </a:cubicBezTo>
                    <a:cubicBezTo>
                      <a:pt x="51363" y="57267"/>
                      <a:pt x="55644" y="58596"/>
                      <a:pt x="59924" y="59924"/>
                    </a:cubicBezTo>
                    <a:cubicBezTo>
                      <a:pt x="64204" y="61252"/>
                      <a:pt x="68485" y="63023"/>
                      <a:pt x="72470" y="64647"/>
                    </a:cubicBezTo>
                    <a:cubicBezTo>
                      <a:pt x="76455" y="66271"/>
                      <a:pt x="80145" y="68632"/>
                      <a:pt x="83392" y="71141"/>
                    </a:cubicBezTo>
                    <a:cubicBezTo>
                      <a:pt x="86639" y="73798"/>
                      <a:pt x="89148" y="76898"/>
                      <a:pt x="91214" y="80735"/>
                    </a:cubicBezTo>
                    <a:cubicBezTo>
                      <a:pt x="93281" y="84573"/>
                      <a:pt x="94166" y="89000"/>
                      <a:pt x="94166" y="94314"/>
                    </a:cubicBezTo>
                    <a:cubicBezTo>
                      <a:pt x="94166" y="100365"/>
                      <a:pt x="93133" y="105974"/>
                      <a:pt x="90919" y="111287"/>
                    </a:cubicBezTo>
                    <a:cubicBezTo>
                      <a:pt x="88705" y="116453"/>
                      <a:pt x="85458" y="121029"/>
                      <a:pt x="81178" y="124719"/>
                    </a:cubicBezTo>
                    <a:cubicBezTo>
                      <a:pt x="76897" y="128556"/>
                      <a:pt x="71732" y="131508"/>
                      <a:pt x="65533" y="133722"/>
                    </a:cubicBezTo>
                    <a:cubicBezTo>
                      <a:pt x="59333" y="135936"/>
                      <a:pt x="52249" y="136969"/>
                      <a:pt x="44131" y="136969"/>
                    </a:cubicBezTo>
                    <a:cubicBezTo>
                      <a:pt x="34833" y="136969"/>
                      <a:pt x="26567" y="135493"/>
                      <a:pt x="19040" y="132394"/>
                    </a:cubicBezTo>
                    <a:cubicBezTo>
                      <a:pt x="11512" y="129442"/>
                      <a:pt x="5166" y="125604"/>
                      <a:pt x="0" y="120881"/>
                    </a:cubicBezTo>
                    <a:lnTo>
                      <a:pt x="5461" y="112025"/>
                    </a:lnTo>
                    <a:cubicBezTo>
                      <a:pt x="6199" y="110845"/>
                      <a:pt x="6937" y="109959"/>
                      <a:pt x="7970" y="109369"/>
                    </a:cubicBezTo>
                    <a:cubicBezTo>
                      <a:pt x="9003" y="108778"/>
                      <a:pt x="10184" y="108483"/>
                      <a:pt x="11660" y="108483"/>
                    </a:cubicBezTo>
                    <a:cubicBezTo>
                      <a:pt x="13284" y="108483"/>
                      <a:pt x="14907" y="109073"/>
                      <a:pt x="16678" y="110254"/>
                    </a:cubicBezTo>
                    <a:cubicBezTo>
                      <a:pt x="18450" y="111435"/>
                      <a:pt x="20516" y="112763"/>
                      <a:pt x="23025" y="114239"/>
                    </a:cubicBezTo>
                    <a:cubicBezTo>
                      <a:pt x="25534" y="115715"/>
                      <a:pt x="28486" y="117044"/>
                      <a:pt x="32176" y="118224"/>
                    </a:cubicBezTo>
                    <a:cubicBezTo>
                      <a:pt x="35718" y="119405"/>
                      <a:pt x="40146" y="119996"/>
                      <a:pt x="45460" y="119996"/>
                    </a:cubicBezTo>
                    <a:cubicBezTo>
                      <a:pt x="50035" y="119996"/>
                      <a:pt x="54020" y="119405"/>
                      <a:pt x="57415" y="118224"/>
                    </a:cubicBezTo>
                    <a:cubicBezTo>
                      <a:pt x="60810" y="117044"/>
                      <a:pt x="63614" y="115420"/>
                      <a:pt x="65975" y="113501"/>
                    </a:cubicBezTo>
                    <a:cubicBezTo>
                      <a:pt x="68189" y="111435"/>
                      <a:pt x="69960" y="109221"/>
                      <a:pt x="70994" y="106564"/>
                    </a:cubicBezTo>
                    <a:cubicBezTo>
                      <a:pt x="72027" y="103908"/>
                      <a:pt x="72617" y="101103"/>
                      <a:pt x="72617" y="98151"/>
                    </a:cubicBezTo>
                    <a:cubicBezTo>
                      <a:pt x="72617" y="94461"/>
                      <a:pt x="71584" y="91509"/>
                      <a:pt x="69665" y="89000"/>
                    </a:cubicBezTo>
                    <a:cubicBezTo>
                      <a:pt x="67747" y="86491"/>
                      <a:pt x="65090" y="84573"/>
                      <a:pt x="61843" y="82801"/>
                    </a:cubicBezTo>
                    <a:cubicBezTo>
                      <a:pt x="58596" y="81030"/>
                      <a:pt x="54906" y="79702"/>
                      <a:pt x="50773" y="78373"/>
                    </a:cubicBezTo>
                    <a:cubicBezTo>
                      <a:pt x="46640" y="77045"/>
                      <a:pt x="42360" y="75717"/>
                      <a:pt x="38080" y="74388"/>
                    </a:cubicBezTo>
                    <a:cubicBezTo>
                      <a:pt x="33799" y="73060"/>
                      <a:pt x="29519" y="71436"/>
                      <a:pt x="25387" y="69665"/>
                    </a:cubicBezTo>
                    <a:cubicBezTo>
                      <a:pt x="21254" y="67894"/>
                      <a:pt x="17564" y="65680"/>
                      <a:pt x="14317" y="62876"/>
                    </a:cubicBezTo>
                    <a:cubicBezTo>
                      <a:pt x="11070" y="60072"/>
                      <a:pt x="8561" y="56824"/>
                      <a:pt x="6494" y="52839"/>
                    </a:cubicBezTo>
                    <a:cubicBezTo>
                      <a:pt x="4575" y="48854"/>
                      <a:pt x="3542" y="44131"/>
                      <a:pt x="3542" y="38375"/>
                    </a:cubicBezTo>
                    <a:cubicBezTo>
                      <a:pt x="3542" y="33357"/>
                      <a:pt x="4575" y="28486"/>
                      <a:pt x="6642" y="23763"/>
                    </a:cubicBezTo>
                    <a:cubicBezTo>
                      <a:pt x="8708" y="19040"/>
                      <a:pt x="11808" y="15055"/>
                      <a:pt x="15793" y="11513"/>
                    </a:cubicBezTo>
                    <a:cubicBezTo>
                      <a:pt x="19778" y="7970"/>
                      <a:pt x="24649" y="5166"/>
                      <a:pt x="30552" y="3100"/>
                    </a:cubicBezTo>
                    <a:cubicBezTo>
                      <a:pt x="36456" y="1033"/>
                      <a:pt x="43098" y="0"/>
                      <a:pt x="50478" y="0"/>
                    </a:cubicBezTo>
                    <a:cubicBezTo>
                      <a:pt x="59186" y="0"/>
                      <a:pt x="67009" y="1328"/>
                      <a:pt x="73946" y="4133"/>
                    </a:cubicBezTo>
                    <a:cubicBezTo>
                      <a:pt x="80883" y="6937"/>
                      <a:pt x="86786" y="10627"/>
                      <a:pt x="91952" y="15498"/>
                    </a:cubicBezTo>
                    <a:lnTo>
                      <a:pt x="86786" y="24058"/>
                    </a:lnTo>
                    <a:close/>
                  </a:path>
                </a:pathLst>
              </a:custGeom>
              <a:solidFill>
                <a:srgbClr val="1498CE"/>
              </a:solidFill>
              <a:ln w="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85B88DB9-7F90-99A4-4C75-0CD358F03C6F}"/>
                  </a:ext>
                </a:extLst>
              </p:cNvPr>
              <p:cNvSpPr/>
              <p:nvPr/>
            </p:nvSpPr>
            <p:spPr>
              <a:xfrm>
                <a:off x="11197173" y="6374260"/>
                <a:ext cx="85310" cy="177410"/>
              </a:xfrm>
              <a:custGeom>
                <a:avLst/>
                <a:gdLst>
                  <a:gd name="connsiteX0" fmla="*/ 53430 w 85310"/>
                  <a:gd name="connsiteY0" fmla="*/ 177410 h 177410"/>
                  <a:gd name="connsiteX1" fmla="*/ 29372 w 85310"/>
                  <a:gd name="connsiteY1" fmla="*/ 168702 h 177410"/>
                  <a:gd name="connsiteX2" fmla="*/ 20959 w 85310"/>
                  <a:gd name="connsiteY2" fmla="*/ 143463 h 177410"/>
                  <a:gd name="connsiteX3" fmla="*/ 20959 w 85310"/>
                  <a:gd name="connsiteY3" fmla="*/ 62433 h 177410"/>
                  <a:gd name="connsiteX4" fmla="*/ 5018 w 85310"/>
                  <a:gd name="connsiteY4" fmla="*/ 62433 h 177410"/>
                  <a:gd name="connsiteX5" fmla="*/ 1476 w 85310"/>
                  <a:gd name="connsiteY5" fmla="*/ 61252 h 177410"/>
                  <a:gd name="connsiteX6" fmla="*/ 0 w 85310"/>
                  <a:gd name="connsiteY6" fmla="*/ 57415 h 177410"/>
                  <a:gd name="connsiteX7" fmla="*/ 0 w 85310"/>
                  <a:gd name="connsiteY7" fmla="*/ 48116 h 177410"/>
                  <a:gd name="connsiteX8" fmla="*/ 21697 w 85310"/>
                  <a:gd name="connsiteY8" fmla="*/ 45312 h 177410"/>
                  <a:gd name="connsiteX9" fmla="*/ 27010 w 85310"/>
                  <a:gd name="connsiteY9" fmla="*/ 4428 h 177410"/>
                  <a:gd name="connsiteX10" fmla="*/ 28781 w 85310"/>
                  <a:gd name="connsiteY10" fmla="*/ 1181 h 177410"/>
                  <a:gd name="connsiteX11" fmla="*/ 32324 w 85310"/>
                  <a:gd name="connsiteY11" fmla="*/ 0 h 177410"/>
                  <a:gd name="connsiteX12" fmla="*/ 44131 w 85310"/>
                  <a:gd name="connsiteY12" fmla="*/ 0 h 177410"/>
                  <a:gd name="connsiteX13" fmla="*/ 44131 w 85310"/>
                  <a:gd name="connsiteY13" fmla="*/ 45607 h 177410"/>
                  <a:gd name="connsiteX14" fmla="*/ 82359 w 85310"/>
                  <a:gd name="connsiteY14" fmla="*/ 45607 h 177410"/>
                  <a:gd name="connsiteX15" fmla="*/ 82359 w 85310"/>
                  <a:gd name="connsiteY15" fmla="*/ 62433 h 177410"/>
                  <a:gd name="connsiteX16" fmla="*/ 44131 w 85310"/>
                  <a:gd name="connsiteY16" fmla="*/ 62433 h 177410"/>
                  <a:gd name="connsiteX17" fmla="*/ 44131 w 85310"/>
                  <a:gd name="connsiteY17" fmla="*/ 141840 h 177410"/>
                  <a:gd name="connsiteX18" fmla="*/ 48116 w 85310"/>
                  <a:gd name="connsiteY18" fmla="*/ 154238 h 177410"/>
                  <a:gd name="connsiteX19" fmla="*/ 58596 w 85310"/>
                  <a:gd name="connsiteY19" fmla="*/ 158223 h 177410"/>
                  <a:gd name="connsiteX20" fmla="*/ 64942 w 85310"/>
                  <a:gd name="connsiteY20" fmla="*/ 157190 h 177410"/>
                  <a:gd name="connsiteX21" fmla="*/ 69518 w 85310"/>
                  <a:gd name="connsiteY21" fmla="*/ 154976 h 177410"/>
                  <a:gd name="connsiteX22" fmla="*/ 72913 w 85310"/>
                  <a:gd name="connsiteY22" fmla="*/ 152762 h 177410"/>
                  <a:gd name="connsiteX23" fmla="*/ 75274 w 85310"/>
                  <a:gd name="connsiteY23" fmla="*/ 151729 h 177410"/>
                  <a:gd name="connsiteX24" fmla="*/ 78521 w 85310"/>
                  <a:gd name="connsiteY24" fmla="*/ 153943 h 177410"/>
                  <a:gd name="connsiteX25" fmla="*/ 85311 w 85310"/>
                  <a:gd name="connsiteY25" fmla="*/ 165012 h 177410"/>
                  <a:gd name="connsiteX26" fmla="*/ 70846 w 85310"/>
                  <a:gd name="connsiteY26" fmla="*/ 173868 h 177410"/>
                  <a:gd name="connsiteX27" fmla="*/ 53282 w 85310"/>
                  <a:gd name="connsiteY27" fmla="*/ 177115 h 177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5310" h="177410">
                    <a:moveTo>
                      <a:pt x="53430" y="177410"/>
                    </a:moveTo>
                    <a:cubicBezTo>
                      <a:pt x="42951" y="177410"/>
                      <a:pt x="34980" y="174458"/>
                      <a:pt x="29372" y="168702"/>
                    </a:cubicBezTo>
                    <a:cubicBezTo>
                      <a:pt x="23763" y="162946"/>
                      <a:pt x="20959" y="154533"/>
                      <a:pt x="20959" y="143463"/>
                    </a:cubicBezTo>
                    <a:lnTo>
                      <a:pt x="20959" y="62433"/>
                    </a:lnTo>
                    <a:lnTo>
                      <a:pt x="5018" y="62433"/>
                    </a:lnTo>
                    <a:cubicBezTo>
                      <a:pt x="3690" y="62433"/>
                      <a:pt x="2509" y="61990"/>
                      <a:pt x="1476" y="61252"/>
                    </a:cubicBezTo>
                    <a:cubicBezTo>
                      <a:pt x="591" y="60367"/>
                      <a:pt x="0" y="59186"/>
                      <a:pt x="0" y="57415"/>
                    </a:cubicBezTo>
                    <a:lnTo>
                      <a:pt x="0" y="48116"/>
                    </a:lnTo>
                    <a:lnTo>
                      <a:pt x="21697" y="45312"/>
                    </a:lnTo>
                    <a:lnTo>
                      <a:pt x="27010" y="4428"/>
                    </a:lnTo>
                    <a:cubicBezTo>
                      <a:pt x="27305" y="3100"/>
                      <a:pt x="27896" y="2066"/>
                      <a:pt x="28781" y="1181"/>
                    </a:cubicBezTo>
                    <a:cubicBezTo>
                      <a:pt x="29667" y="295"/>
                      <a:pt x="30848" y="0"/>
                      <a:pt x="32324" y="0"/>
                    </a:cubicBezTo>
                    <a:lnTo>
                      <a:pt x="44131" y="0"/>
                    </a:lnTo>
                    <a:lnTo>
                      <a:pt x="44131" y="45607"/>
                    </a:lnTo>
                    <a:lnTo>
                      <a:pt x="82359" y="45607"/>
                    </a:lnTo>
                    <a:lnTo>
                      <a:pt x="82359" y="62433"/>
                    </a:lnTo>
                    <a:lnTo>
                      <a:pt x="44131" y="62433"/>
                    </a:lnTo>
                    <a:lnTo>
                      <a:pt x="44131" y="141840"/>
                    </a:lnTo>
                    <a:cubicBezTo>
                      <a:pt x="44131" y="147448"/>
                      <a:pt x="45460" y="151581"/>
                      <a:pt x="48116" y="154238"/>
                    </a:cubicBezTo>
                    <a:cubicBezTo>
                      <a:pt x="50773" y="156894"/>
                      <a:pt x="54315" y="158223"/>
                      <a:pt x="58596" y="158223"/>
                    </a:cubicBezTo>
                    <a:cubicBezTo>
                      <a:pt x="61105" y="158223"/>
                      <a:pt x="63171" y="157928"/>
                      <a:pt x="64942" y="157190"/>
                    </a:cubicBezTo>
                    <a:cubicBezTo>
                      <a:pt x="66713" y="156599"/>
                      <a:pt x="68337" y="155861"/>
                      <a:pt x="69518" y="154976"/>
                    </a:cubicBezTo>
                    <a:cubicBezTo>
                      <a:pt x="70846" y="154238"/>
                      <a:pt x="71879" y="153500"/>
                      <a:pt x="72913" y="152762"/>
                    </a:cubicBezTo>
                    <a:cubicBezTo>
                      <a:pt x="73798" y="152171"/>
                      <a:pt x="74684" y="151729"/>
                      <a:pt x="75274" y="151729"/>
                    </a:cubicBezTo>
                    <a:cubicBezTo>
                      <a:pt x="76455" y="151729"/>
                      <a:pt x="77636" y="152467"/>
                      <a:pt x="78521" y="153943"/>
                    </a:cubicBezTo>
                    <a:lnTo>
                      <a:pt x="85311" y="165012"/>
                    </a:lnTo>
                    <a:cubicBezTo>
                      <a:pt x="81326" y="168702"/>
                      <a:pt x="76455" y="171654"/>
                      <a:pt x="70846" y="173868"/>
                    </a:cubicBezTo>
                    <a:cubicBezTo>
                      <a:pt x="65237" y="175934"/>
                      <a:pt x="59334" y="177115"/>
                      <a:pt x="53282" y="177115"/>
                    </a:cubicBezTo>
                    <a:close/>
                  </a:path>
                </a:pathLst>
              </a:custGeom>
              <a:solidFill>
                <a:srgbClr val="1498CE"/>
              </a:solidFill>
              <a:ln w="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19E24FD0-98A9-EF10-B040-BCD616D6EED7}"/>
                  </a:ext>
                </a:extLst>
              </p:cNvPr>
              <p:cNvSpPr/>
              <p:nvPr/>
            </p:nvSpPr>
            <p:spPr>
              <a:xfrm>
                <a:off x="11295472" y="6415292"/>
                <a:ext cx="117043" cy="136083"/>
              </a:xfrm>
              <a:custGeom>
                <a:avLst/>
                <a:gdLst>
                  <a:gd name="connsiteX0" fmla="*/ 114830 w 117043"/>
                  <a:gd name="connsiteY0" fmla="*/ 115715 h 136083"/>
                  <a:gd name="connsiteX1" fmla="*/ 104498 w 117043"/>
                  <a:gd name="connsiteY1" fmla="*/ 124866 h 136083"/>
                  <a:gd name="connsiteX2" fmla="*/ 91657 w 117043"/>
                  <a:gd name="connsiteY2" fmla="*/ 131213 h 136083"/>
                  <a:gd name="connsiteX3" fmla="*/ 77488 w 117043"/>
                  <a:gd name="connsiteY3" fmla="*/ 134903 h 136083"/>
                  <a:gd name="connsiteX4" fmla="*/ 63024 w 117043"/>
                  <a:gd name="connsiteY4" fmla="*/ 136083 h 136083"/>
                  <a:gd name="connsiteX5" fmla="*/ 37785 w 117043"/>
                  <a:gd name="connsiteY5" fmla="*/ 131508 h 136083"/>
                  <a:gd name="connsiteX6" fmla="*/ 17859 w 117043"/>
                  <a:gd name="connsiteY6" fmla="*/ 117929 h 136083"/>
                  <a:gd name="connsiteX7" fmla="*/ 4723 w 117043"/>
                  <a:gd name="connsiteY7" fmla="*/ 95790 h 136083"/>
                  <a:gd name="connsiteX8" fmla="*/ 0 w 117043"/>
                  <a:gd name="connsiteY8" fmla="*/ 65533 h 136083"/>
                  <a:gd name="connsiteX9" fmla="*/ 4280 w 117043"/>
                  <a:gd name="connsiteY9" fmla="*/ 39703 h 136083"/>
                  <a:gd name="connsiteX10" fmla="*/ 16531 w 117043"/>
                  <a:gd name="connsiteY10" fmla="*/ 18892 h 136083"/>
                  <a:gd name="connsiteX11" fmla="*/ 36013 w 117043"/>
                  <a:gd name="connsiteY11" fmla="*/ 5018 h 136083"/>
                  <a:gd name="connsiteX12" fmla="*/ 61843 w 117043"/>
                  <a:gd name="connsiteY12" fmla="*/ 0 h 136083"/>
                  <a:gd name="connsiteX13" fmla="*/ 83835 w 117043"/>
                  <a:gd name="connsiteY13" fmla="*/ 3985 h 136083"/>
                  <a:gd name="connsiteX14" fmla="*/ 101398 w 117043"/>
                  <a:gd name="connsiteY14" fmla="*/ 15498 h 136083"/>
                  <a:gd name="connsiteX15" fmla="*/ 112911 w 117043"/>
                  <a:gd name="connsiteY15" fmla="*/ 34095 h 136083"/>
                  <a:gd name="connsiteX16" fmla="*/ 117044 w 117043"/>
                  <a:gd name="connsiteY16" fmla="*/ 59186 h 136083"/>
                  <a:gd name="connsiteX17" fmla="*/ 115863 w 117043"/>
                  <a:gd name="connsiteY17" fmla="*/ 66566 h 136083"/>
                  <a:gd name="connsiteX18" fmla="*/ 111435 w 117043"/>
                  <a:gd name="connsiteY18" fmla="*/ 68337 h 136083"/>
                  <a:gd name="connsiteX19" fmla="*/ 23025 w 117043"/>
                  <a:gd name="connsiteY19" fmla="*/ 68337 h 136083"/>
                  <a:gd name="connsiteX20" fmla="*/ 26420 w 117043"/>
                  <a:gd name="connsiteY20" fmla="*/ 90181 h 136083"/>
                  <a:gd name="connsiteX21" fmla="*/ 34980 w 117043"/>
                  <a:gd name="connsiteY21" fmla="*/ 105679 h 136083"/>
                  <a:gd name="connsiteX22" fmla="*/ 47969 w 117043"/>
                  <a:gd name="connsiteY22" fmla="*/ 114977 h 136083"/>
                  <a:gd name="connsiteX23" fmla="*/ 64942 w 117043"/>
                  <a:gd name="connsiteY23" fmla="*/ 118077 h 136083"/>
                  <a:gd name="connsiteX24" fmla="*/ 79997 w 117043"/>
                  <a:gd name="connsiteY24" fmla="*/ 116010 h 136083"/>
                  <a:gd name="connsiteX25" fmla="*/ 90919 w 117043"/>
                  <a:gd name="connsiteY25" fmla="*/ 111582 h 136083"/>
                  <a:gd name="connsiteX26" fmla="*/ 98594 w 117043"/>
                  <a:gd name="connsiteY26" fmla="*/ 107155 h 136083"/>
                  <a:gd name="connsiteX27" fmla="*/ 103908 w 117043"/>
                  <a:gd name="connsiteY27" fmla="*/ 105088 h 136083"/>
                  <a:gd name="connsiteX28" fmla="*/ 108335 w 117043"/>
                  <a:gd name="connsiteY28" fmla="*/ 107302 h 136083"/>
                  <a:gd name="connsiteX29" fmla="*/ 114830 w 117043"/>
                  <a:gd name="connsiteY29" fmla="*/ 115863 h 136083"/>
                  <a:gd name="connsiteX30" fmla="*/ 96085 w 117043"/>
                  <a:gd name="connsiteY30" fmla="*/ 53725 h 136083"/>
                  <a:gd name="connsiteX31" fmla="*/ 93724 w 117043"/>
                  <a:gd name="connsiteY31" fmla="*/ 38965 h 136083"/>
                  <a:gd name="connsiteX32" fmla="*/ 87082 w 117043"/>
                  <a:gd name="connsiteY32" fmla="*/ 27305 h 136083"/>
                  <a:gd name="connsiteX33" fmla="*/ 76455 w 117043"/>
                  <a:gd name="connsiteY33" fmla="*/ 19778 h 136083"/>
                  <a:gd name="connsiteX34" fmla="*/ 62286 w 117043"/>
                  <a:gd name="connsiteY34" fmla="*/ 17121 h 136083"/>
                  <a:gd name="connsiteX35" fmla="*/ 35866 w 117043"/>
                  <a:gd name="connsiteY35" fmla="*/ 26862 h 136083"/>
                  <a:gd name="connsiteX36" fmla="*/ 23763 w 117043"/>
                  <a:gd name="connsiteY36" fmla="*/ 53872 h 136083"/>
                  <a:gd name="connsiteX37" fmla="*/ 96085 w 117043"/>
                  <a:gd name="connsiteY37" fmla="*/ 53872 h 136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7043" h="136083">
                    <a:moveTo>
                      <a:pt x="114830" y="115715"/>
                    </a:moveTo>
                    <a:cubicBezTo>
                      <a:pt x="112025" y="119257"/>
                      <a:pt x="108483" y="122209"/>
                      <a:pt x="104498" y="124866"/>
                    </a:cubicBezTo>
                    <a:cubicBezTo>
                      <a:pt x="100513" y="127375"/>
                      <a:pt x="96233" y="129589"/>
                      <a:pt x="91657" y="131213"/>
                    </a:cubicBezTo>
                    <a:cubicBezTo>
                      <a:pt x="87082" y="132836"/>
                      <a:pt x="82359" y="134165"/>
                      <a:pt x="77488" y="134903"/>
                    </a:cubicBezTo>
                    <a:cubicBezTo>
                      <a:pt x="72617" y="135788"/>
                      <a:pt x="67747" y="136083"/>
                      <a:pt x="63024" y="136083"/>
                    </a:cubicBezTo>
                    <a:cubicBezTo>
                      <a:pt x="53872" y="136083"/>
                      <a:pt x="45460" y="134607"/>
                      <a:pt x="37785" y="131508"/>
                    </a:cubicBezTo>
                    <a:cubicBezTo>
                      <a:pt x="30110" y="128408"/>
                      <a:pt x="23468" y="123833"/>
                      <a:pt x="17859" y="117929"/>
                    </a:cubicBezTo>
                    <a:cubicBezTo>
                      <a:pt x="12251" y="112025"/>
                      <a:pt x="7823" y="104646"/>
                      <a:pt x="4723" y="95790"/>
                    </a:cubicBezTo>
                    <a:cubicBezTo>
                      <a:pt x="1624" y="86934"/>
                      <a:pt x="0" y="76897"/>
                      <a:pt x="0" y="65533"/>
                    </a:cubicBezTo>
                    <a:cubicBezTo>
                      <a:pt x="0" y="56382"/>
                      <a:pt x="1476" y="47673"/>
                      <a:pt x="4280" y="39703"/>
                    </a:cubicBezTo>
                    <a:cubicBezTo>
                      <a:pt x="7085" y="31733"/>
                      <a:pt x="11217" y="24796"/>
                      <a:pt x="16531" y="18892"/>
                    </a:cubicBezTo>
                    <a:cubicBezTo>
                      <a:pt x="21844" y="12988"/>
                      <a:pt x="28338" y="8413"/>
                      <a:pt x="36013" y="5018"/>
                    </a:cubicBezTo>
                    <a:cubicBezTo>
                      <a:pt x="43689" y="1624"/>
                      <a:pt x="52249" y="0"/>
                      <a:pt x="61843" y="0"/>
                    </a:cubicBezTo>
                    <a:cubicBezTo>
                      <a:pt x="69813" y="0"/>
                      <a:pt x="77045" y="1328"/>
                      <a:pt x="83835" y="3985"/>
                    </a:cubicBezTo>
                    <a:cubicBezTo>
                      <a:pt x="90624" y="6642"/>
                      <a:pt x="96380" y="10479"/>
                      <a:pt x="101398" y="15498"/>
                    </a:cubicBezTo>
                    <a:cubicBezTo>
                      <a:pt x="106269" y="20516"/>
                      <a:pt x="110107" y="26715"/>
                      <a:pt x="112911" y="34095"/>
                    </a:cubicBezTo>
                    <a:cubicBezTo>
                      <a:pt x="115715" y="41474"/>
                      <a:pt x="117044" y="49887"/>
                      <a:pt x="117044" y="59186"/>
                    </a:cubicBezTo>
                    <a:cubicBezTo>
                      <a:pt x="117044" y="62876"/>
                      <a:pt x="116601" y="65237"/>
                      <a:pt x="115863" y="66566"/>
                    </a:cubicBezTo>
                    <a:cubicBezTo>
                      <a:pt x="115125" y="67747"/>
                      <a:pt x="113649" y="68337"/>
                      <a:pt x="111435" y="68337"/>
                    </a:cubicBezTo>
                    <a:lnTo>
                      <a:pt x="23025" y="68337"/>
                    </a:lnTo>
                    <a:cubicBezTo>
                      <a:pt x="23320" y="76750"/>
                      <a:pt x="24501" y="83982"/>
                      <a:pt x="26420" y="90181"/>
                    </a:cubicBezTo>
                    <a:cubicBezTo>
                      <a:pt x="28338" y="96380"/>
                      <a:pt x="31290" y="101546"/>
                      <a:pt x="34980" y="105679"/>
                    </a:cubicBezTo>
                    <a:cubicBezTo>
                      <a:pt x="38670" y="109811"/>
                      <a:pt x="42951" y="112911"/>
                      <a:pt x="47969" y="114977"/>
                    </a:cubicBezTo>
                    <a:cubicBezTo>
                      <a:pt x="52987" y="117044"/>
                      <a:pt x="58743" y="118077"/>
                      <a:pt x="64942" y="118077"/>
                    </a:cubicBezTo>
                    <a:cubicBezTo>
                      <a:pt x="70846" y="118077"/>
                      <a:pt x="75864" y="117339"/>
                      <a:pt x="79997" y="116010"/>
                    </a:cubicBezTo>
                    <a:cubicBezTo>
                      <a:pt x="84277" y="114682"/>
                      <a:pt x="87820" y="113206"/>
                      <a:pt x="90919" y="111582"/>
                    </a:cubicBezTo>
                    <a:cubicBezTo>
                      <a:pt x="94019" y="109959"/>
                      <a:pt x="96528" y="108483"/>
                      <a:pt x="98594" y="107155"/>
                    </a:cubicBezTo>
                    <a:cubicBezTo>
                      <a:pt x="100661" y="105826"/>
                      <a:pt x="102432" y="105088"/>
                      <a:pt x="103908" y="105088"/>
                    </a:cubicBezTo>
                    <a:cubicBezTo>
                      <a:pt x="105826" y="105088"/>
                      <a:pt x="107302" y="105826"/>
                      <a:pt x="108335" y="107302"/>
                    </a:cubicBezTo>
                    <a:lnTo>
                      <a:pt x="114830" y="115863"/>
                    </a:lnTo>
                    <a:close/>
                    <a:moveTo>
                      <a:pt x="96085" y="53725"/>
                    </a:moveTo>
                    <a:cubicBezTo>
                      <a:pt x="96085" y="48264"/>
                      <a:pt x="95347" y="43393"/>
                      <a:pt x="93724" y="38965"/>
                    </a:cubicBezTo>
                    <a:cubicBezTo>
                      <a:pt x="92248" y="34537"/>
                      <a:pt x="90034" y="30552"/>
                      <a:pt x="87082" y="27305"/>
                    </a:cubicBezTo>
                    <a:cubicBezTo>
                      <a:pt x="84130" y="24058"/>
                      <a:pt x="80588" y="21549"/>
                      <a:pt x="76455" y="19778"/>
                    </a:cubicBezTo>
                    <a:cubicBezTo>
                      <a:pt x="72322" y="18007"/>
                      <a:pt x="67599" y="17121"/>
                      <a:pt x="62286" y="17121"/>
                    </a:cubicBezTo>
                    <a:cubicBezTo>
                      <a:pt x="51216" y="17121"/>
                      <a:pt x="42360" y="20368"/>
                      <a:pt x="35866" y="26862"/>
                    </a:cubicBezTo>
                    <a:cubicBezTo>
                      <a:pt x="29372" y="33357"/>
                      <a:pt x="25387" y="42360"/>
                      <a:pt x="23763" y="53872"/>
                    </a:cubicBezTo>
                    <a:lnTo>
                      <a:pt x="96085" y="53872"/>
                    </a:lnTo>
                    <a:close/>
                  </a:path>
                </a:pathLst>
              </a:custGeom>
              <a:solidFill>
                <a:srgbClr val="1498CE"/>
              </a:solidFill>
              <a:ln w="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B11C738-C4AA-4A93-12C3-AA0A565DB305}"/>
                  </a:ext>
                </a:extLst>
              </p:cNvPr>
              <p:cNvSpPr/>
              <p:nvPr/>
            </p:nvSpPr>
            <p:spPr>
              <a:xfrm>
                <a:off x="11440706" y="6414849"/>
                <a:ext cx="74683" cy="134607"/>
              </a:xfrm>
              <a:custGeom>
                <a:avLst/>
                <a:gdLst>
                  <a:gd name="connsiteX0" fmla="*/ 22287 w 74683"/>
                  <a:gd name="connsiteY0" fmla="*/ 28929 h 134607"/>
                  <a:gd name="connsiteX1" fmla="*/ 37637 w 74683"/>
                  <a:gd name="connsiteY1" fmla="*/ 7675 h 134607"/>
                  <a:gd name="connsiteX2" fmla="*/ 59924 w 74683"/>
                  <a:gd name="connsiteY2" fmla="*/ 0 h 134607"/>
                  <a:gd name="connsiteX3" fmla="*/ 67894 w 74683"/>
                  <a:gd name="connsiteY3" fmla="*/ 886 h 134607"/>
                  <a:gd name="connsiteX4" fmla="*/ 74684 w 74683"/>
                  <a:gd name="connsiteY4" fmla="*/ 3690 h 134607"/>
                  <a:gd name="connsiteX5" fmla="*/ 73060 w 74683"/>
                  <a:gd name="connsiteY5" fmla="*/ 21106 h 134607"/>
                  <a:gd name="connsiteX6" fmla="*/ 69075 w 74683"/>
                  <a:gd name="connsiteY6" fmla="*/ 24353 h 134607"/>
                  <a:gd name="connsiteX7" fmla="*/ 63762 w 74683"/>
                  <a:gd name="connsiteY7" fmla="*/ 23615 h 134607"/>
                  <a:gd name="connsiteX8" fmla="*/ 55791 w 74683"/>
                  <a:gd name="connsiteY8" fmla="*/ 22877 h 134607"/>
                  <a:gd name="connsiteX9" fmla="*/ 44574 w 74683"/>
                  <a:gd name="connsiteY9" fmla="*/ 24649 h 134607"/>
                  <a:gd name="connsiteX10" fmla="*/ 35866 w 74683"/>
                  <a:gd name="connsiteY10" fmla="*/ 30110 h 134607"/>
                  <a:gd name="connsiteX11" fmla="*/ 28929 w 74683"/>
                  <a:gd name="connsiteY11" fmla="*/ 38965 h 134607"/>
                  <a:gd name="connsiteX12" fmla="*/ 23320 w 74683"/>
                  <a:gd name="connsiteY12" fmla="*/ 51068 h 134607"/>
                  <a:gd name="connsiteX13" fmla="*/ 23320 w 74683"/>
                  <a:gd name="connsiteY13" fmla="*/ 134608 h 134607"/>
                  <a:gd name="connsiteX14" fmla="*/ 0 w 74683"/>
                  <a:gd name="connsiteY14" fmla="*/ 134608 h 134607"/>
                  <a:gd name="connsiteX15" fmla="*/ 0 w 74683"/>
                  <a:gd name="connsiteY15" fmla="*/ 2362 h 134607"/>
                  <a:gd name="connsiteX16" fmla="*/ 13284 w 74683"/>
                  <a:gd name="connsiteY16" fmla="*/ 2362 h 134607"/>
                  <a:gd name="connsiteX17" fmla="*/ 18450 w 74683"/>
                  <a:gd name="connsiteY17" fmla="*/ 3838 h 134607"/>
                  <a:gd name="connsiteX18" fmla="*/ 20368 w 74683"/>
                  <a:gd name="connsiteY18" fmla="*/ 8856 h 134607"/>
                  <a:gd name="connsiteX19" fmla="*/ 21992 w 74683"/>
                  <a:gd name="connsiteY19" fmla="*/ 28929 h 134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4683" h="134607">
                    <a:moveTo>
                      <a:pt x="22287" y="28929"/>
                    </a:moveTo>
                    <a:cubicBezTo>
                      <a:pt x="26420" y="19925"/>
                      <a:pt x="31586" y="12841"/>
                      <a:pt x="37637" y="7675"/>
                    </a:cubicBezTo>
                    <a:cubicBezTo>
                      <a:pt x="43689" y="2657"/>
                      <a:pt x="51216" y="0"/>
                      <a:pt x="59924" y="0"/>
                    </a:cubicBezTo>
                    <a:cubicBezTo>
                      <a:pt x="62728" y="0"/>
                      <a:pt x="65385" y="295"/>
                      <a:pt x="67894" y="886"/>
                    </a:cubicBezTo>
                    <a:cubicBezTo>
                      <a:pt x="70403" y="1476"/>
                      <a:pt x="72765" y="2509"/>
                      <a:pt x="74684" y="3690"/>
                    </a:cubicBezTo>
                    <a:lnTo>
                      <a:pt x="73060" y="21106"/>
                    </a:lnTo>
                    <a:cubicBezTo>
                      <a:pt x="72470" y="23320"/>
                      <a:pt x="71289" y="24353"/>
                      <a:pt x="69075" y="24353"/>
                    </a:cubicBezTo>
                    <a:cubicBezTo>
                      <a:pt x="67894" y="24353"/>
                      <a:pt x="66123" y="24058"/>
                      <a:pt x="63762" y="23615"/>
                    </a:cubicBezTo>
                    <a:cubicBezTo>
                      <a:pt x="61400" y="23025"/>
                      <a:pt x="58743" y="22877"/>
                      <a:pt x="55791" y="22877"/>
                    </a:cubicBezTo>
                    <a:cubicBezTo>
                      <a:pt x="51659" y="22877"/>
                      <a:pt x="47821" y="23468"/>
                      <a:pt x="44574" y="24649"/>
                    </a:cubicBezTo>
                    <a:cubicBezTo>
                      <a:pt x="41327" y="25829"/>
                      <a:pt x="38375" y="27748"/>
                      <a:pt x="35866" y="30110"/>
                    </a:cubicBezTo>
                    <a:cubicBezTo>
                      <a:pt x="33357" y="32471"/>
                      <a:pt x="30995" y="35423"/>
                      <a:pt x="28929" y="38965"/>
                    </a:cubicBezTo>
                    <a:cubicBezTo>
                      <a:pt x="26863" y="42508"/>
                      <a:pt x="25091" y="46493"/>
                      <a:pt x="23320" y="51068"/>
                    </a:cubicBezTo>
                    <a:lnTo>
                      <a:pt x="23320" y="134608"/>
                    </a:lnTo>
                    <a:lnTo>
                      <a:pt x="0" y="134608"/>
                    </a:lnTo>
                    <a:lnTo>
                      <a:pt x="0" y="2362"/>
                    </a:lnTo>
                    <a:lnTo>
                      <a:pt x="13284" y="2362"/>
                    </a:lnTo>
                    <a:cubicBezTo>
                      <a:pt x="15793" y="2362"/>
                      <a:pt x="17564" y="2804"/>
                      <a:pt x="18450" y="3838"/>
                    </a:cubicBezTo>
                    <a:cubicBezTo>
                      <a:pt x="19335" y="4723"/>
                      <a:pt x="20073" y="6494"/>
                      <a:pt x="20368" y="8856"/>
                    </a:cubicBezTo>
                    <a:lnTo>
                      <a:pt x="21992" y="28929"/>
                    </a:lnTo>
                    <a:close/>
                  </a:path>
                </a:pathLst>
              </a:custGeom>
              <a:solidFill>
                <a:srgbClr val="1498CE"/>
              </a:solidFill>
              <a:ln w="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53976A65-4DA8-9FE0-57EE-80DD0E3B7808}"/>
                  </a:ext>
                </a:extLst>
              </p:cNvPr>
              <p:cNvSpPr/>
              <p:nvPr/>
            </p:nvSpPr>
            <p:spPr>
              <a:xfrm>
                <a:off x="11521736" y="6518757"/>
                <a:ext cx="32471" cy="32618"/>
              </a:xfrm>
              <a:custGeom>
                <a:avLst/>
                <a:gdLst>
                  <a:gd name="connsiteX0" fmla="*/ 0 w 32471"/>
                  <a:gd name="connsiteY0" fmla="*/ 16383 h 32618"/>
                  <a:gd name="connsiteX1" fmla="*/ 1181 w 32471"/>
                  <a:gd name="connsiteY1" fmla="*/ 10037 h 32618"/>
                  <a:gd name="connsiteX2" fmla="*/ 4575 w 32471"/>
                  <a:gd name="connsiteY2" fmla="*/ 4871 h 32618"/>
                  <a:gd name="connsiteX3" fmla="*/ 9741 w 32471"/>
                  <a:gd name="connsiteY3" fmla="*/ 1328 h 32618"/>
                  <a:gd name="connsiteX4" fmla="*/ 16088 w 32471"/>
                  <a:gd name="connsiteY4" fmla="*/ 0 h 32618"/>
                  <a:gd name="connsiteX5" fmla="*/ 22435 w 32471"/>
                  <a:gd name="connsiteY5" fmla="*/ 1328 h 32618"/>
                  <a:gd name="connsiteX6" fmla="*/ 27600 w 32471"/>
                  <a:gd name="connsiteY6" fmla="*/ 4871 h 32618"/>
                  <a:gd name="connsiteX7" fmla="*/ 31143 w 32471"/>
                  <a:gd name="connsiteY7" fmla="*/ 10037 h 32618"/>
                  <a:gd name="connsiteX8" fmla="*/ 32471 w 32471"/>
                  <a:gd name="connsiteY8" fmla="*/ 16383 h 32618"/>
                  <a:gd name="connsiteX9" fmla="*/ 31143 w 32471"/>
                  <a:gd name="connsiteY9" fmla="*/ 22877 h 32618"/>
                  <a:gd name="connsiteX10" fmla="*/ 27600 w 32471"/>
                  <a:gd name="connsiteY10" fmla="*/ 28043 h 32618"/>
                  <a:gd name="connsiteX11" fmla="*/ 22435 w 32471"/>
                  <a:gd name="connsiteY11" fmla="*/ 31438 h 32618"/>
                  <a:gd name="connsiteX12" fmla="*/ 16088 w 32471"/>
                  <a:gd name="connsiteY12" fmla="*/ 32619 h 32618"/>
                  <a:gd name="connsiteX13" fmla="*/ 9741 w 32471"/>
                  <a:gd name="connsiteY13" fmla="*/ 31438 h 32618"/>
                  <a:gd name="connsiteX14" fmla="*/ 4575 w 32471"/>
                  <a:gd name="connsiteY14" fmla="*/ 28043 h 32618"/>
                  <a:gd name="connsiteX15" fmla="*/ 1181 w 32471"/>
                  <a:gd name="connsiteY15" fmla="*/ 22877 h 32618"/>
                  <a:gd name="connsiteX16" fmla="*/ 0 w 32471"/>
                  <a:gd name="connsiteY16" fmla="*/ 16383 h 3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470" h="32618">
                    <a:moveTo>
                      <a:pt x="0" y="16383"/>
                    </a:moveTo>
                    <a:cubicBezTo>
                      <a:pt x="0" y="14169"/>
                      <a:pt x="443" y="11955"/>
                      <a:pt x="1181" y="10037"/>
                    </a:cubicBezTo>
                    <a:cubicBezTo>
                      <a:pt x="1919" y="8118"/>
                      <a:pt x="3099" y="6347"/>
                      <a:pt x="4575" y="4871"/>
                    </a:cubicBezTo>
                    <a:cubicBezTo>
                      <a:pt x="6051" y="3395"/>
                      <a:pt x="7675" y="2214"/>
                      <a:pt x="9741" y="1328"/>
                    </a:cubicBezTo>
                    <a:cubicBezTo>
                      <a:pt x="11808" y="443"/>
                      <a:pt x="13874" y="0"/>
                      <a:pt x="16088" y="0"/>
                    </a:cubicBezTo>
                    <a:cubicBezTo>
                      <a:pt x="18302" y="0"/>
                      <a:pt x="20516" y="443"/>
                      <a:pt x="22435" y="1328"/>
                    </a:cubicBezTo>
                    <a:cubicBezTo>
                      <a:pt x="24353" y="2214"/>
                      <a:pt x="26125" y="3395"/>
                      <a:pt x="27600" y="4871"/>
                    </a:cubicBezTo>
                    <a:cubicBezTo>
                      <a:pt x="29076" y="6347"/>
                      <a:pt x="30257" y="8118"/>
                      <a:pt x="31143" y="10037"/>
                    </a:cubicBezTo>
                    <a:cubicBezTo>
                      <a:pt x="32028" y="12103"/>
                      <a:pt x="32471" y="14169"/>
                      <a:pt x="32471" y="16383"/>
                    </a:cubicBezTo>
                    <a:cubicBezTo>
                      <a:pt x="32471" y="18597"/>
                      <a:pt x="32028" y="20959"/>
                      <a:pt x="31143" y="22877"/>
                    </a:cubicBezTo>
                    <a:cubicBezTo>
                      <a:pt x="30257" y="24796"/>
                      <a:pt x="29076" y="26567"/>
                      <a:pt x="27600" y="28043"/>
                    </a:cubicBezTo>
                    <a:cubicBezTo>
                      <a:pt x="26125" y="29519"/>
                      <a:pt x="24353" y="30700"/>
                      <a:pt x="22435" y="31438"/>
                    </a:cubicBezTo>
                    <a:cubicBezTo>
                      <a:pt x="20368" y="32323"/>
                      <a:pt x="18302" y="32619"/>
                      <a:pt x="16088" y="32619"/>
                    </a:cubicBezTo>
                    <a:cubicBezTo>
                      <a:pt x="13874" y="32619"/>
                      <a:pt x="11660" y="32176"/>
                      <a:pt x="9741" y="31438"/>
                    </a:cubicBezTo>
                    <a:cubicBezTo>
                      <a:pt x="7675" y="30552"/>
                      <a:pt x="6051" y="29519"/>
                      <a:pt x="4575" y="28043"/>
                    </a:cubicBezTo>
                    <a:cubicBezTo>
                      <a:pt x="3099" y="26567"/>
                      <a:pt x="2066" y="24796"/>
                      <a:pt x="1181" y="22877"/>
                    </a:cubicBezTo>
                    <a:cubicBezTo>
                      <a:pt x="295" y="20959"/>
                      <a:pt x="0" y="18745"/>
                      <a:pt x="0" y="16383"/>
                    </a:cubicBezTo>
                    <a:close/>
                  </a:path>
                </a:pathLst>
              </a:custGeom>
              <a:solidFill>
                <a:srgbClr val="1498CE"/>
              </a:solidFill>
              <a:ln w="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725884332"/>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0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B9E5764-C75F-CED7-210F-1628547C45D3}"/>
              </a:ext>
            </a:extLst>
          </p:cNvPr>
          <p:cNvSpPr/>
          <p:nvPr userDrawn="1"/>
        </p:nvSpPr>
        <p:spPr>
          <a:xfrm>
            <a:off x="0" y="0"/>
            <a:ext cx="5292436" cy="6858000"/>
          </a:xfrm>
          <a:prstGeom prst="rect">
            <a:avLst/>
          </a:prstGeom>
          <a:gradFill flip="none" rotWithShape="1">
            <a:gsLst>
              <a:gs pos="34000">
                <a:srgbClr val="2F86B4"/>
              </a:gs>
              <a:gs pos="0">
                <a:srgbClr val="1498CE">
                  <a:lumMod val="69000"/>
                  <a:lumOff val="31000"/>
                </a:srgbClr>
              </a:gs>
              <a:gs pos="70000">
                <a:srgbClr val="0F4673"/>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Content Placeholder 3">
            <a:extLst>
              <a:ext uri="{FF2B5EF4-FFF2-40B4-BE49-F238E27FC236}">
                <a16:creationId xmlns:a16="http://schemas.microsoft.com/office/drawing/2014/main" id="{2DB6358E-21FC-4993-99E4-B7D76B66F360}"/>
              </a:ext>
            </a:extLst>
          </p:cNvPr>
          <p:cNvPicPr>
            <a:picLocks noChangeAspect="1"/>
          </p:cNvPicPr>
          <p:nvPr/>
        </p:nvPicPr>
        <p:blipFill>
          <a:blip r:embed="rId2">
            <a:alphaModFix amt="15000"/>
          </a:blip>
          <a:srcRect l="43845" r="22211"/>
          <a:stretch>
            <a:fillRect/>
          </a:stretch>
        </p:blipFill>
        <p:spPr>
          <a:xfrm>
            <a:off x="0" y="0"/>
            <a:ext cx="5285232" cy="6858003"/>
          </a:xfrm>
          <a:prstGeom prst="rect">
            <a:avLst/>
          </a:prstGeom>
        </p:spPr>
      </p:pic>
      <p:sp>
        <p:nvSpPr>
          <p:cNvPr id="19" name="Content Placeholder 2">
            <a:extLst>
              <a:ext uri="{FF2B5EF4-FFF2-40B4-BE49-F238E27FC236}">
                <a16:creationId xmlns:a16="http://schemas.microsoft.com/office/drawing/2014/main" id="{0DF48F83-89C1-475F-9E6B-C1F10297166A}"/>
              </a:ext>
            </a:extLst>
          </p:cNvPr>
          <p:cNvSpPr>
            <a:spLocks noGrp="1"/>
          </p:cNvSpPr>
          <p:nvPr>
            <p:ph idx="1"/>
          </p:nvPr>
        </p:nvSpPr>
        <p:spPr>
          <a:xfrm>
            <a:off x="5686097" y="786063"/>
            <a:ext cx="6054316" cy="5161472"/>
          </a:xfrm>
        </p:spPr>
        <p:txBody>
          <a:bodyPr anchor="ctr">
            <a:normAutofit/>
          </a:bodyPr>
          <a:lstStyle>
            <a:lvl1pPr>
              <a:buClr>
                <a:schemeClr val="accent4"/>
              </a:buClr>
              <a:defRPr sz="2000">
                <a:solidFill>
                  <a:schemeClr val="tx1"/>
                </a:solidFill>
                <a:latin typeface="Arial" panose="020B0604020202020204" pitchFamily="34" charset="0"/>
                <a:cs typeface="Arial" panose="020B0604020202020204" pitchFamily="34" charset="0"/>
              </a:defRPr>
            </a:lvl1pPr>
            <a:lvl2pPr>
              <a:buClr>
                <a:schemeClr val="accent4"/>
              </a:buClr>
              <a:defRPr sz="1800">
                <a:solidFill>
                  <a:schemeClr val="tx1"/>
                </a:solidFill>
                <a:latin typeface="Arial" panose="020B0604020202020204" pitchFamily="34" charset="0"/>
                <a:cs typeface="Arial" panose="020B0604020202020204" pitchFamily="34" charset="0"/>
              </a:defRPr>
            </a:lvl2pPr>
            <a:lvl3pPr>
              <a:buClr>
                <a:schemeClr val="accent4"/>
              </a:buClr>
              <a:defRPr sz="1600">
                <a:solidFill>
                  <a:schemeClr val="tx1"/>
                </a:solidFill>
                <a:latin typeface="Arial" panose="020B0604020202020204" pitchFamily="34" charset="0"/>
                <a:cs typeface="Arial" panose="020B0604020202020204" pitchFamily="34" charset="0"/>
              </a:defRPr>
            </a:lvl3pPr>
            <a:lvl4pPr>
              <a:buClr>
                <a:schemeClr val="accent4"/>
              </a:buClr>
              <a:defRPr sz="1400">
                <a:solidFill>
                  <a:schemeClr val="tx1"/>
                </a:solidFill>
                <a:latin typeface="Arial" panose="020B0604020202020204" pitchFamily="34" charset="0"/>
                <a:cs typeface="Arial" panose="020B0604020202020204" pitchFamily="34" charset="0"/>
              </a:defRPr>
            </a:lvl4pPr>
            <a:lvl5pPr>
              <a:buClr>
                <a:schemeClr val="accent4"/>
              </a:buClr>
              <a:defRPr sz="140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1">
            <a:extLst>
              <a:ext uri="{FF2B5EF4-FFF2-40B4-BE49-F238E27FC236}">
                <a16:creationId xmlns:a16="http://schemas.microsoft.com/office/drawing/2014/main" id="{A6FDEA29-AF6C-4B38-9416-F19C18BBB950}"/>
              </a:ext>
            </a:extLst>
          </p:cNvPr>
          <p:cNvSpPr>
            <a:spLocks noGrp="1"/>
          </p:cNvSpPr>
          <p:nvPr>
            <p:ph type="body" sz="quarter" idx="12" hasCustomPrompt="1"/>
          </p:nvPr>
        </p:nvSpPr>
        <p:spPr>
          <a:xfrm>
            <a:off x="552449" y="1423988"/>
            <a:ext cx="4178808" cy="1955316"/>
          </a:xfrm>
        </p:spPr>
        <p:txBody>
          <a:bodyPr anchor="b">
            <a:noAutofit/>
          </a:bodyPr>
          <a:lstStyle>
            <a:lvl1pPr marL="0" indent="0">
              <a:buNone/>
              <a:defRPr sz="3600" b="1">
                <a:solidFill>
                  <a:schemeClr val="accent1"/>
                </a:solidFill>
                <a:latin typeface="Arial" panose="020B0604020202020204" pitchFamily="34" charset="0"/>
                <a:cs typeface="Arial" panose="020B0604020202020204" pitchFamily="34" charset="0"/>
              </a:defRPr>
            </a:lvl1pPr>
            <a:lvl2pPr>
              <a:defRPr sz="3200" b="1">
                <a:solidFill>
                  <a:schemeClr val="bg1"/>
                </a:solidFill>
              </a:defRPr>
            </a:lvl2pPr>
            <a:lvl3pPr>
              <a:defRPr sz="3200" b="1">
                <a:solidFill>
                  <a:schemeClr val="bg1"/>
                </a:solidFill>
              </a:defRPr>
            </a:lvl3pPr>
            <a:lvl4pPr>
              <a:defRPr sz="3200" b="1">
                <a:solidFill>
                  <a:schemeClr val="bg1"/>
                </a:solidFill>
              </a:defRPr>
            </a:lvl4pPr>
            <a:lvl5pPr>
              <a:defRPr sz="3200" b="1">
                <a:solidFill>
                  <a:schemeClr val="bg1"/>
                </a:solidFill>
              </a:defRPr>
            </a:lvl5pPr>
          </a:lstStyle>
          <a:p>
            <a:pPr lvl="0"/>
            <a:r>
              <a:rPr lang="en-US"/>
              <a:t>Agenda</a:t>
            </a:r>
          </a:p>
        </p:txBody>
      </p:sp>
      <p:sp>
        <p:nvSpPr>
          <p:cNvPr id="17" name="Text Placeholder 11">
            <a:extLst>
              <a:ext uri="{FF2B5EF4-FFF2-40B4-BE49-F238E27FC236}">
                <a16:creationId xmlns:a16="http://schemas.microsoft.com/office/drawing/2014/main" id="{1009C94B-41D4-4CEF-882A-381EDF0D478C}"/>
              </a:ext>
            </a:extLst>
          </p:cNvPr>
          <p:cNvSpPr>
            <a:spLocks noGrp="1"/>
          </p:cNvSpPr>
          <p:nvPr>
            <p:ph type="body" sz="quarter" idx="13" hasCustomPrompt="1"/>
          </p:nvPr>
        </p:nvSpPr>
        <p:spPr>
          <a:xfrm>
            <a:off x="552449" y="3325952"/>
            <a:ext cx="4178808" cy="1955316"/>
          </a:xfrm>
        </p:spPr>
        <p:txBody>
          <a:bodyPr anchor="t">
            <a:noAutofit/>
          </a:bodyPr>
          <a:lstStyle>
            <a:lvl1pPr marL="0" indent="0">
              <a:buNone/>
              <a:defRPr sz="2400" b="1">
                <a:solidFill>
                  <a:schemeClr val="accent4"/>
                </a:solidFill>
                <a:latin typeface="Arial" panose="020B0604020202020204" pitchFamily="34" charset="0"/>
                <a:cs typeface="Arial" panose="020B0604020202020204" pitchFamily="34" charset="0"/>
              </a:defRPr>
            </a:lvl1pPr>
            <a:lvl2pPr>
              <a:defRPr sz="3200" b="1">
                <a:solidFill>
                  <a:schemeClr val="bg1"/>
                </a:solidFill>
              </a:defRPr>
            </a:lvl2pPr>
            <a:lvl3pPr>
              <a:defRPr sz="3200" b="1">
                <a:solidFill>
                  <a:schemeClr val="bg1"/>
                </a:solidFill>
              </a:defRPr>
            </a:lvl3pPr>
            <a:lvl4pPr>
              <a:defRPr sz="3200" b="1">
                <a:solidFill>
                  <a:schemeClr val="bg1"/>
                </a:solidFill>
              </a:defRPr>
            </a:lvl4pPr>
            <a:lvl5pPr>
              <a:defRPr sz="3200" b="1">
                <a:solidFill>
                  <a:schemeClr val="bg1"/>
                </a:solidFill>
              </a:defRPr>
            </a:lvl5pPr>
          </a:lstStyle>
          <a:p>
            <a:pPr lvl="0"/>
            <a:r>
              <a:rPr lang="en-US"/>
              <a:t>Date or Subtitle</a:t>
            </a:r>
          </a:p>
        </p:txBody>
      </p:sp>
      <p:sp>
        <p:nvSpPr>
          <p:cNvPr id="10" name="Footer Placeholder 4">
            <a:extLst>
              <a:ext uri="{FF2B5EF4-FFF2-40B4-BE49-F238E27FC236}">
                <a16:creationId xmlns:a16="http://schemas.microsoft.com/office/drawing/2014/main" id="{9CDC86BC-7394-C843-B168-21E519D864B3}"/>
              </a:ext>
            </a:extLst>
          </p:cNvPr>
          <p:cNvSpPr>
            <a:spLocks noGrp="1"/>
          </p:cNvSpPr>
          <p:nvPr>
            <p:ph type="ftr" sz="quarter" idx="3"/>
          </p:nvPr>
        </p:nvSpPr>
        <p:spPr>
          <a:xfrm>
            <a:off x="632013" y="6176963"/>
            <a:ext cx="3852770" cy="365125"/>
          </a:xfrm>
          <a:prstGeom prst="rect">
            <a:avLst/>
          </a:prstGeom>
        </p:spPr>
        <p:txBody>
          <a:bodyPr vert="horz" lIns="91440" tIns="45720" rIns="91440" bIns="45720" rtlCol="0" anchor="ctr"/>
          <a:lstStyle>
            <a:lvl1pPr algn="l">
              <a:defRPr lang="en-US" b="0" i="0" smtClean="0">
                <a:solidFill>
                  <a:schemeClr val="bg2"/>
                </a:solidFill>
                <a:effectLst/>
                <a:latin typeface="Arial" panose="020B0604020202020204" pitchFamily="34" charset="0"/>
                <a:cs typeface="Arial" panose="020B0604020202020204" pitchFamily="34" charset="0"/>
              </a:defRPr>
            </a:lvl1pPr>
          </a:lstStyle>
          <a:p>
            <a:r>
              <a:rPr lang="en-US"/>
              <a:t>// © 2024 Prolifics, Inc. All Rights Reserved. </a:t>
            </a:r>
            <a:endParaRPr lang="en-PH"/>
          </a:p>
        </p:txBody>
      </p:sp>
      <p:sp>
        <p:nvSpPr>
          <p:cNvPr id="11" name="Slide Number Placeholder 5">
            <a:extLst>
              <a:ext uri="{FF2B5EF4-FFF2-40B4-BE49-F238E27FC236}">
                <a16:creationId xmlns:a16="http://schemas.microsoft.com/office/drawing/2014/main" id="{86462C74-1694-6544-ABCA-1ECFD0CC5709}"/>
              </a:ext>
            </a:extLst>
          </p:cNvPr>
          <p:cNvSpPr>
            <a:spLocks noGrp="1"/>
          </p:cNvSpPr>
          <p:nvPr>
            <p:ph type="sldNum" sz="quarter" idx="4"/>
          </p:nvPr>
        </p:nvSpPr>
        <p:spPr>
          <a:xfrm>
            <a:off x="369983" y="6176963"/>
            <a:ext cx="365123" cy="371287"/>
          </a:xfrm>
          <a:prstGeom prst="rect">
            <a:avLst/>
          </a:prstGeom>
        </p:spPr>
        <p:txBody>
          <a:bodyPr vert="horz" lIns="91440" tIns="45720" rIns="91440" bIns="45720" rtlCol="0" anchor="ctr"/>
          <a:lstStyle>
            <a:lvl1pPr algn="l">
              <a:defRPr sz="900">
                <a:solidFill>
                  <a:schemeClr val="bg2"/>
                </a:solidFill>
                <a:latin typeface="Arial" panose="020B0604020202020204" pitchFamily="34" charset="0"/>
                <a:ea typeface="Arial" panose="020B0604020202020204" pitchFamily="34" charset="0"/>
                <a:cs typeface="Arial" panose="020B0604020202020204" pitchFamily="34" charset="0"/>
              </a:defRPr>
            </a:lvl1pPr>
          </a:lstStyle>
          <a:p>
            <a:fld id="{C6CDCA4D-B942-BC47-92B6-393DE0C99508}" type="slidenum">
              <a:rPr lang="en-US" smtClean="0"/>
              <a:t>‹#›</a:t>
            </a:fld>
            <a:endParaRPr lang="en-US"/>
          </a:p>
        </p:txBody>
      </p:sp>
      <p:pic>
        <p:nvPicPr>
          <p:cNvPr id="2" name="Graphic 1">
            <a:extLst>
              <a:ext uri="{FF2B5EF4-FFF2-40B4-BE49-F238E27FC236}">
                <a16:creationId xmlns:a16="http://schemas.microsoft.com/office/drawing/2014/main" id="{149D00C9-30CD-8C2D-54CE-4ED1C66A938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274058" y="6256736"/>
            <a:ext cx="1547959" cy="233936"/>
          </a:xfrm>
          <a:prstGeom prst="rect">
            <a:avLst/>
          </a:prstGeom>
        </p:spPr>
      </p:pic>
      <p:grpSp>
        <p:nvGrpSpPr>
          <p:cNvPr id="4" name="Group 3">
            <a:extLst>
              <a:ext uri="{FF2B5EF4-FFF2-40B4-BE49-F238E27FC236}">
                <a16:creationId xmlns:a16="http://schemas.microsoft.com/office/drawing/2014/main" id="{76F772F5-4EFD-BBF1-3C4D-44E617492EC2}"/>
              </a:ext>
            </a:extLst>
          </p:cNvPr>
          <p:cNvGrpSpPr/>
          <p:nvPr userDrawn="1"/>
        </p:nvGrpSpPr>
        <p:grpSpPr>
          <a:xfrm>
            <a:off x="5278322" y="199"/>
            <a:ext cx="216568" cy="6857801"/>
            <a:chOff x="0" y="199"/>
            <a:chExt cx="383458" cy="6857801"/>
          </a:xfrm>
        </p:grpSpPr>
        <p:sp>
          <p:nvSpPr>
            <p:cNvPr id="5" name="Rectangle 4">
              <a:extLst>
                <a:ext uri="{FF2B5EF4-FFF2-40B4-BE49-F238E27FC236}">
                  <a16:creationId xmlns:a16="http://schemas.microsoft.com/office/drawing/2014/main" id="{CBE0CC3A-CE3B-0A60-89AD-C036E144EDC8}"/>
                </a:ext>
              </a:extLst>
            </p:cNvPr>
            <p:cNvSpPr/>
            <p:nvPr/>
          </p:nvSpPr>
          <p:spPr>
            <a:xfrm rot="10800000">
              <a:off x="0" y="199"/>
              <a:ext cx="383457" cy="1371560"/>
            </a:xfrm>
            <a:prstGeom prst="rect">
              <a:avLst/>
            </a:prstGeom>
            <a:solidFill>
              <a:srgbClr val="003366"/>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sz="1199">
                <a:latin typeface="Tahoma" panose="020B0604030504040204" pitchFamily="34" charset="0"/>
              </a:endParaRPr>
            </a:p>
          </p:txBody>
        </p:sp>
        <p:sp>
          <p:nvSpPr>
            <p:cNvPr id="6" name="Rectangle 5">
              <a:extLst>
                <a:ext uri="{FF2B5EF4-FFF2-40B4-BE49-F238E27FC236}">
                  <a16:creationId xmlns:a16="http://schemas.microsoft.com/office/drawing/2014/main" id="{20FB0477-C272-6DC5-9A69-3DC59CC2E0B9}"/>
                </a:ext>
              </a:extLst>
            </p:cNvPr>
            <p:cNvSpPr/>
            <p:nvPr/>
          </p:nvSpPr>
          <p:spPr>
            <a:xfrm rot="10800000">
              <a:off x="1" y="1371759"/>
              <a:ext cx="383457" cy="1371560"/>
            </a:xfrm>
            <a:prstGeom prst="rect">
              <a:avLst/>
            </a:prstGeom>
            <a:solidFill>
              <a:srgbClr val="006699"/>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sz="1199">
                <a:latin typeface="Tahoma" panose="020B0604030504040204" pitchFamily="34" charset="0"/>
              </a:endParaRPr>
            </a:p>
          </p:txBody>
        </p:sp>
        <p:sp>
          <p:nvSpPr>
            <p:cNvPr id="7" name="Rectangle 6">
              <a:extLst>
                <a:ext uri="{FF2B5EF4-FFF2-40B4-BE49-F238E27FC236}">
                  <a16:creationId xmlns:a16="http://schemas.microsoft.com/office/drawing/2014/main" id="{835140C6-5003-C8BE-60DB-8EFD24B6D090}"/>
                </a:ext>
              </a:extLst>
            </p:cNvPr>
            <p:cNvSpPr/>
            <p:nvPr/>
          </p:nvSpPr>
          <p:spPr>
            <a:xfrm rot="10800000">
              <a:off x="1" y="2743319"/>
              <a:ext cx="383457" cy="1371560"/>
            </a:xfrm>
            <a:prstGeom prst="rect">
              <a:avLst/>
            </a:prstGeom>
            <a:solidFill>
              <a:srgbClr val="1799CE"/>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sz="1199">
                <a:latin typeface="Tahoma" panose="020B0604030504040204" pitchFamily="34" charset="0"/>
              </a:endParaRPr>
            </a:p>
          </p:txBody>
        </p:sp>
        <p:sp>
          <p:nvSpPr>
            <p:cNvPr id="8" name="Rectangle 7">
              <a:extLst>
                <a:ext uri="{FF2B5EF4-FFF2-40B4-BE49-F238E27FC236}">
                  <a16:creationId xmlns:a16="http://schemas.microsoft.com/office/drawing/2014/main" id="{18DB6CD5-8456-19CD-58B6-6340AC59FCC0}"/>
                </a:ext>
              </a:extLst>
            </p:cNvPr>
            <p:cNvSpPr/>
            <p:nvPr/>
          </p:nvSpPr>
          <p:spPr>
            <a:xfrm rot="10800000">
              <a:off x="1" y="5486440"/>
              <a:ext cx="383457" cy="1371560"/>
            </a:xfrm>
            <a:prstGeom prst="rect">
              <a:avLst/>
            </a:prstGeom>
            <a:solidFill>
              <a:srgbClr val="F89939"/>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sz="1199">
                <a:latin typeface="Tahoma" panose="020B0604030504040204" pitchFamily="34" charset="0"/>
              </a:endParaRPr>
            </a:p>
          </p:txBody>
        </p:sp>
        <p:sp>
          <p:nvSpPr>
            <p:cNvPr id="9" name="Rectangle 8">
              <a:extLst>
                <a:ext uri="{FF2B5EF4-FFF2-40B4-BE49-F238E27FC236}">
                  <a16:creationId xmlns:a16="http://schemas.microsoft.com/office/drawing/2014/main" id="{0CE8D95D-0A05-A7C8-EDE9-7DE5B229435A}"/>
                </a:ext>
              </a:extLst>
            </p:cNvPr>
            <p:cNvSpPr/>
            <p:nvPr/>
          </p:nvSpPr>
          <p:spPr>
            <a:xfrm rot="10800000">
              <a:off x="1" y="4114880"/>
              <a:ext cx="383457" cy="1371560"/>
            </a:xfrm>
            <a:prstGeom prst="rect">
              <a:avLst/>
            </a:prstGeom>
            <a:solidFill>
              <a:srgbClr val="98CD67"/>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sz="1199">
                <a:latin typeface="Tahoma" panose="020B0604030504040204" pitchFamily="34" charset="0"/>
              </a:endParaRPr>
            </a:p>
          </p:txBody>
        </p:sp>
      </p:grpSp>
    </p:spTree>
    <p:extLst>
      <p:ext uri="{BB962C8B-B14F-4D97-AF65-F5344CB8AC3E}">
        <p14:creationId xmlns:p14="http://schemas.microsoft.com/office/powerpoint/2010/main" val="3449246199"/>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Agenda 02">
    <p:spTree>
      <p:nvGrpSpPr>
        <p:cNvPr id="1" name=""/>
        <p:cNvGrpSpPr/>
        <p:nvPr/>
      </p:nvGrpSpPr>
      <p:grpSpPr>
        <a:xfrm>
          <a:off x="0" y="0"/>
          <a:ext cx="0" cy="0"/>
          <a:chOff x="0" y="0"/>
          <a:chExt cx="0" cy="0"/>
        </a:xfrm>
      </p:grpSpPr>
      <p:sp>
        <p:nvSpPr>
          <p:cNvPr id="19" name="Content Placeholder 2">
            <a:extLst>
              <a:ext uri="{FF2B5EF4-FFF2-40B4-BE49-F238E27FC236}">
                <a16:creationId xmlns:a16="http://schemas.microsoft.com/office/drawing/2014/main" id="{0DF48F83-89C1-475F-9E6B-C1F10297166A}"/>
              </a:ext>
            </a:extLst>
          </p:cNvPr>
          <p:cNvSpPr>
            <a:spLocks noGrp="1"/>
          </p:cNvSpPr>
          <p:nvPr>
            <p:ph idx="1"/>
          </p:nvPr>
        </p:nvSpPr>
        <p:spPr>
          <a:xfrm>
            <a:off x="5686097" y="2024691"/>
            <a:ext cx="6054316" cy="3922844"/>
          </a:xfrm>
        </p:spPr>
        <p:txBody>
          <a:bodyPr anchor="ctr">
            <a:normAutofit/>
          </a:bodyPr>
          <a:lstStyle>
            <a:lvl1pPr>
              <a:buClr>
                <a:schemeClr val="accent4"/>
              </a:buClr>
              <a:defRPr sz="2000">
                <a:solidFill>
                  <a:schemeClr val="tx1"/>
                </a:solidFill>
                <a:latin typeface="Arial" panose="020B0604020202020204" pitchFamily="34" charset="0"/>
                <a:cs typeface="Arial" panose="020B0604020202020204" pitchFamily="34" charset="0"/>
              </a:defRPr>
            </a:lvl1pPr>
            <a:lvl2pPr>
              <a:buClr>
                <a:schemeClr val="accent4"/>
              </a:buClr>
              <a:defRPr sz="1800">
                <a:solidFill>
                  <a:schemeClr val="tx1"/>
                </a:solidFill>
                <a:latin typeface="Arial" panose="020B0604020202020204" pitchFamily="34" charset="0"/>
                <a:cs typeface="Arial" panose="020B0604020202020204" pitchFamily="34" charset="0"/>
              </a:defRPr>
            </a:lvl2pPr>
            <a:lvl3pPr>
              <a:buClr>
                <a:schemeClr val="accent4"/>
              </a:buClr>
              <a:defRPr sz="1600">
                <a:solidFill>
                  <a:schemeClr val="tx1"/>
                </a:solidFill>
                <a:latin typeface="Arial" panose="020B0604020202020204" pitchFamily="34" charset="0"/>
                <a:cs typeface="Arial" panose="020B0604020202020204" pitchFamily="34" charset="0"/>
              </a:defRPr>
            </a:lvl3pPr>
            <a:lvl4pPr>
              <a:buClr>
                <a:schemeClr val="accent4"/>
              </a:buClr>
              <a:defRPr sz="1400">
                <a:solidFill>
                  <a:schemeClr val="tx1"/>
                </a:solidFill>
                <a:latin typeface="Arial" panose="020B0604020202020204" pitchFamily="34" charset="0"/>
                <a:cs typeface="Arial" panose="020B0604020202020204" pitchFamily="34" charset="0"/>
              </a:defRPr>
            </a:lvl4pPr>
            <a:lvl5pPr>
              <a:buClr>
                <a:schemeClr val="accent4"/>
              </a:buClr>
              <a:defRPr sz="140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1">
            <a:extLst>
              <a:ext uri="{FF2B5EF4-FFF2-40B4-BE49-F238E27FC236}">
                <a16:creationId xmlns:a16="http://schemas.microsoft.com/office/drawing/2014/main" id="{A6FDEA29-AF6C-4B38-9416-F19C18BBB950}"/>
              </a:ext>
            </a:extLst>
          </p:cNvPr>
          <p:cNvSpPr>
            <a:spLocks noGrp="1"/>
          </p:cNvSpPr>
          <p:nvPr>
            <p:ph type="body" sz="quarter" idx="12" hasCustomPrompt="1"/>
          </p:nvPr>
        </p:nvSpPr>
        <p:spPr>
          <a:xfrm>
            <a:off x="552449" y="1423988"/>
            <a:ext cx="4178808" cy="1955316"/>
          </a:xfrm>
        </p:spPr>
        <p:txBody>
          <a:bodyPr anchor="b">
            <a:noAutofit/>
          </a:bodyPr>
          <a:lstStyle>
            <a:lvl1pPr marL="0" indent="0">
              <a:buNone/>
              <a:defRPr sz="3600" b="1">
                <a:solidFill>
                  <a:schemeClr val="accent1"/>
                </a:solidFill>
                <a:latin typeface="Arial" panose="020B0604020202020204" pitchFamily="34" charset="0"/>
                <a:cs typeface="Arial" panose="020B0604020202020204" pitchFamily="34" charset="0"/>
              </a:defRPr>
            </a:lvl1pPr>
            <a:lvl2pPr>
              <a:defRPr sz="3200" b="1">
                <a:solidFill>
                  <a:schemeClr val="bg1"/>
                </a:solidFill>
              </a:defRPr>
            </a:lvl2pPr>
            <a:lvl3pPr>
              <a:defRPr sz="3200" b="1">
                <a:solidFill>
                  <a:schemeClr val="bg1"/>
                </a:solidFill>
              </a:defRPr>
            </a:lvl3pPr>
            <a:lvl4pPr>
              <a:defRPr sz="3200" b="1">
                <a:solidFill>
                  <a:schemeClr val="bg1"/>
                </a:solidFill>
              </a:defRPr>
            </a:lvl4pPr>
            <a:lvl5pPr>
              <a:defRPr sz="3200" b="1">
                <a:solidFill>
                  <a:schemeClr val="bg1"/>
                </a:solidFill>
              </a:defRPr>
            </a:lvl5pPr>
          </a:lstStyle>
          <a:p>
            <a:pPr lvl="0"/>
            <a:r>
              <a:rPr lang="en-US"/>
              <a:t>Agenda</a:t>
            </a:r>
          </a:p>
        </p:txBody>
      </p:sp>
      <p:sp>
        <p:nvSpPr>
          <p:cNvPr id="17" name="Text Placeholder 11">
            <a:extLst>
              <a:ext uri="{FF2B5EF4-FFF2-40B4-BE49-F238E27FC236}">
                <a16:creationId xmlns:a16="http://schemas.microsoft.com/office/drawing/2014/main" id="{1009C94B-41D4-4CEF-882A-381EDF0D478C}"/>
              </a:ext>
            </a:extLst>
          </p:cNvPr>
          <p:cNvSpPr>
            <a:spLocks noGrp="1"/>
          </p:cNvSpPr>
          <p:nvPr>
            <p:ph type="body" sz="quarter" idx="13" hasCustomPrompt="1"/>
          </p:nvPr>
        </p:nvSpPr>
        <p:spPr>
          <a:xfrm>
            <a:off x="552449" y="3325952"/>
            <a:ext cx="4178808" cy="1955316"/>
          </a:xfrm>
        </p:spPr>
        <p:txBody>
          <a:bodyPr anchor="t">
            <a:noAutofit/>
          </a:bodyPr>
          <a:lstStyle>
            <a:lvl1pPr marL="0" indent="0">
              <a:buNone/>
              <a:defRPr sz="2400" b="1">
                <a:solidFill>
                  <a:schemeClr val="accent4"/>
                </a:solidFill>
                <a:latin typeface="Arial" panose="020B0604020202020204" pitchFamily="34" charset="0"/>
                <a:cs typeface="Arial" panose="020B0604020202020204" pitchFamily="34" charset="0"/>
              </a:defRPr>
            </a:lvl1pPr>
            <a:lvl2pPr>
              <a:defRPr sz="3200" b="1">
                <a:solidFill>
                  <a:schemeClr val="bg1"/>
                </a:solidFill>
              </a:defRPr>
            </a:lvl2pPr>
            <a:lvl3pPr>
              <a:defRPr sz="3200" b="1">
                <a:solidFill>
                  <a:schemeClr val="bg1"/>
                </a:solidFill>
              </a:defRPr>
            </a:lvl3pPr>
            <a:lvl4pPr>
              <a:defRPr sz="3200" b="1">
                <a:solidFill>
                  <a:schemeClr val="bg1"/>
                </a:solidFill>
              </a:defRPr>
            </a:lvl4pPr>
            <a:lvl5pPr>
              <a:defRPr sz="3200" b="1">
                <a:solidFill>
                  <a:schemeClr val="bg1"/>
                </a:solidFill>
              </a:defRPr>
            </a:lvl5pPr>
          </a:lstStyle>
          <a:p>
            <a:pPr lvl="0"/>
            <a:r>
              <a:rPr lang="en-US"/>
              <a:t>Date or Subtitle</a:t>
            </a:r>
          </a:p>
        </p:txBody>
      </p:sp>
      <p:sp>
        <p:nvSpPr>
          <p:cNvPr id="10" name="Footer Placeholder 4">
            <a:extLst>
              <a:ext uri="{FF2B5EF4-FFF2-40B4-BE49-F238E27FC236}">
                <a16:creationId xmlns:a16="http://schemas.microsoft.com/office/drawing/2014/main" id="{9CDC86BC-7394-C843-B168-21E519D864B3}"/>
              </a:ext>
            </a:extLst>
          </p:cNvPr>
          <p:cNvSpPr>
            <a:spLocks noGrp="1"/>
          </p:cNvSpPr>
          <p:nvPr>
            <p:ph type="ftr" sz="quarter" idx="3"/>
          </p:nvPr>
        </p:nvSpPr>
        <p:spPr>
          <a:xfrm>
            <a:off x="632013" y="6176963"/>
            <a:ext cx="3852770" cy="365125"/>
          </a:xfrm>
          <a:prstGeom prst="rect">
            <a:avLst/>
          </a:prstGeom>
        </p:spPr>
        <p:txBody>
          <a:bodyPr vert="horz" lIns="91440" tIns="45720" rIns="91440" bIns="45720" rtlCol="0" anchor="ctr"/>
          <a:lstStyle>
            <a:lvl1pPr algn="l">
              <a:defRPr lang="en-US" b="0" i="0" smtClean="0">
                <a:solidFill>
                  <a:schemeClr val="bg2"/>
                </a:solidFill>
                <a:effectLst/>
                <a:latin typeface="Arial" panose="020B0604020202020204" pitchFamily="34" charset="0"/>
                <a:cs typeface="Arial" panose="020B0604020202020204" pitchFamily="34" charset="0"/>
              </a:defRPr>
            </a:lvl1pPr>
          </a:lstStyle>
          <a:p>
            <a:r>
              <a:rPr lang="en-US"/>
              <a:t>// © 2024 Prolifics, Inc. All Rights Reserved. </a:t>
            </a:r>
            <a:endParaRPr lang="en-PH"/>
          </a:p>
        </p:txBody>
      </p:sp>
      <p:sp>
        <p:nvSpPr>
          <p:cNvPr id="11" name="Slide Number Placeholder 5">
            <a:extLst>
              <a:ext uri="{FF2B5EF4-FFF2-40B4-BE49-F238E27FC236}">
                <a16:creationId xmlns:a16="http://schemas.microsoft.com/office/drawing/2014/main" id="{86462C74-1694-6544-ABCA-1ECFD0CC5709}"/>
              </a:ext>
            </a:extLst>
          </p:cNvPr>
          <p:cNvSpPr>
            <a:spLocks noGrp="1"/>
          </p:cNvSpPr>
          <p:nvPr>
            <p:ph type="sldNum" sz="quarter" idx="4"/>
          </p:nvPr>
        </p:nvSpPr>
        <p:spPr>
          <a:xfrm>
            <a:off x="369983" y="6176963"/>
            <a:ext cx="365123" cy="371287"/>
          </a:xfrm>
          <a:prstGeom prst="rect">
            <a:avLst/>
          </a:prstGeom>
        </p:spPr>
        <p:txBody>
          <a:bodyPr vert="horz" lIns="91440" tIns="45720" rIns="91440" bIns="45720" rtlCol="0" anchor="ctr"/>
          <a:lstStyle>
            <a:lvl1pPr algn="l">
              <a:defRPr sz="900">
                <a:solidFill>
                  <a:schemeClr val="bg2"/>
                </a:solidFill>
                <a:latin typeface="Arial" panose="020B0604020202020204" pitchFamily="34" charset="0"/>
                <a:ea typeface="Arial" panose="020B0604020202020204" pitchFamily="34" charset="0"/>
                <a:cs typeface="Arial" panose="020B0604020202020204" pitchFamily="34" charset="0"/>
              </a:defRPr>
            </a:lvl1pPr>
          </a:lstStyle>
          <a:p>
            <a:fld id="{C6CDCA4D-B942-BC47-92B6-393DE0C99508}" type="slidenum">
              <a:rPr lang="en-US" smtClean="0"/>
              <a:t>‹#›</a:t>
            </a:fld>
            <a:endParaRPr lang="en-US"/>
          </a:p>
        </p:txBody>
      </p:sp>
      <p:pic>
        <p:nvPicPr>
          <p:cNvPr id="2" name="Graphic 1">
            <a:extLst>
              <a:ext uri="{FF2B5EF4-FFF2-40B4-BE49-F238E27FC236}">
                <a16:creationId xmlns:a16="http://schemas.microsoft.com/office/drawing/2014/main" id="{149D00C9-30CD-8C2D-54CE-4ED1C66A938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74058" y="6256736"/>
            <a:ext cx="1547959" cy="233936"/>
          </a:xfrm>
          <a:prstGeom prst="rect">
            <a:avLst/>
          </a:prstGeom>
        </p:spPr>
      </p:pic>
      <p:pic>
        <p:nvPicPr>
          <p:cNvPr id="4" name="Picture 3">
            <a:extLst>
              <a:ext uri="{FF2B5EF4-FFF2-40B4-BE49-F238E27FC236}">
                <a16:creationId xmlns:a16="http://schemas.microsoft.com/office/drawing/2014/main" id="{870BB2F5-4752-6F7C-B164-5EF2D63BEAAC}"/>
              </a:ext>
            </a:extLst>
          </p:cNvPr>
          <p:cNvPicPr>
            <a:picLocks noChangeAspect="1"/>
          </p:cNvPicPr>
          <p:nvPr userDrawn="1"/>
        </p:nvPicPr>
        <p:blipFill>
          <a:blip r:embed="rId4"/>
          <a:srcRect l="40958" t="434" r="26854"/>
          <a:stretch>
            <a:fillRect/>
          </a:stretch>
        </p:blipFill>
        <p:spPr>
          <a:xfrm>
            <a:off x="-1" y="0"/>
            <a:ext cx="5278322" cy="6888024"/>
          </a:xfrm>
          <a:prstGeom prst="rect">
            <a:avLst/>
          </a:prstGeom>
        </p:spPr>
      </p:pic>
      <p:sp>
        <p:nvSpPr>
          <p:cNvPr id="6" name="Text Placeholder 11">
            <a:extLst>
              <a:ext uri="{FF2B5EF4-FFF2-40B4-BE49-F238E27FC236}">
                <a16:creationId xmlns:a16="http://schemas.microsoft.com/office/drawing/2014/main" id="{90D34898-D4F2-D1D4-FD30-2054EB41F0F5}"/>
              </a:ext>
            </a:extLst>
          </p:cNvPr>
          <p:cNvSpPr>
            <a:spLocks noGrp="1"/>
          </p:cNvSpPr>
          <p:nvPr>
            <p:ph type="body" sz="quarter" idx="14" hasCustomPrompt="1"/>
          </p:nvPr>
        </p:nvSpPr>
        <p:spPr>
          <a:xfrm>
            <a:off x="5686097" y="427527"/>
            <a:ext cx="6054316" cy="796647"/>
          </a:xfrm>
        </p:spPr>
        <p:txBody>
          <a:bodyPr anchor="b">
            <a:noAutofit/>
          </a:bodyPr>
          <a:lstStyle>
            <a:lvl1pPr marL="0" indent="0">
              <a:buNone/>
              <a:defRPr sz="3600" b="1">
                <a:solidFill>
                  <a:schemeClr val="accent1"/>
                </a:solidFill>
                <a:latin typeface="Arial" panose="020B0604020202020204" pitchFamily="34" charset="0"/>
                <a:cs typeface="Arial" panose="020B0604020202020204" pitchFamily="34" charset="0"/>
              </a:defRPr>
            </a:lvl1pPr>
            <a:lvl2pPr>
              <a:defRPr sz="3200" b="1">
                <a:solidFill>
                  <a:schemeClr val="bg1"/>
                </a:solidFill>
              </a:defRPr>
            </a:lvl2pPr>
            <a:lvl3pPr>
              <a:defRPr sz="3200" b="1">
                <a:solidFill>
                  <a:schemeClr val="bg1"/>
                </a:solidFill>
              </a:defRPr>
            </a:lvl3pPr>
            <a:lvl4pPr>
              <a:defRPr sz="3200" b="1">
                <a:solidFill>
                  <a:schemeClr val="bg1"/>
                </a:solidFill>
              </a:defRPr>
            </a:lvl4pPr>
            <a:lvl5pPr>
              <a:defRPr sz="3200" b="1">
                <a:solidFill>
                  <a:schemeClr val="bg1"/>
                </a:solidFill>
              </a:defRPr>
            </a:lvl5pPr>
          </a:lstStyle>
          <a:p>
            <a:pPr lvl="0"/>
            <a:r>
              <a:rPr lang="en-US"/>
              <a:t>Agenda</a:t>
            </a:r>
          </a:p>
        </p:txBody>
      </p:sp>
      <p:sp>
        <p:nvSpPr>
          <p:cNvPr id="7" name="Text Placeholder 11">
            <a:extLst>
              <a:ext uri="{FF2B5EF4-FFF2-40B4-BE49-F238E27FC236}">
                <a16:creationId xmlns:a16="http://schemas.microsoft.com/office/drawing/2014/main" id="{F3E2D30E-D38B-E3DC-BE0A-87F6D46D2287}"/>
              </a:ext>
            </a:extLst>
          </p:cNvPr>
          <p:cNvSpPr>
            <a:spLocks noGrp="1"/>
          </p:cNvSpPr>
          <p:nvPr>
            <p:ph type="body" sz="quarter" idx="15" hasCustomPrompt="1"/>
          </p:nvPr>
        </p:nvSpPr>
        <p:spPr>
          <a:xfrm>
            <a:off x="5686097" y="1228044"/>
            <a:ext cx="6054316" cy="796647"/>
          </a:xfrm>
        </p:spPr>
        <p:txBody>
          <a:bodyPr anchor="t">
            <a:noAutofit/>
          </a:bodyPr>
          <a:lstStyle>
            <a:lvl1pPr marL="0" indent="0">
              <a:buNone/>
              <a:defRPr sz="2400" b="1">
                <a:solidFill>
                  <a:schemeClr val="accent1"/>
                </a:solidFill>
                <a:latin typeface="Arial" panose="020B0604020202020204" pitchFamily="34" charset="0"/>
                <a:cs typeface="Arial" panose="020B0604020202020204" pitchFamily="34" charset="0"/>
              </a:defRPr>
            </a:lvl1pPr>
            <a:lvl2pPr>
              <a:defRPr sz="3200" b="1">
                <a:solidFill>
                  <a:schemeClr val="bg1"/>
                </a:solidFill>
              </a:defRPr>
            </a:lvl2pPr>
            <a:lvl3pPr>
              <a:defRPr sz="3200" b="1">
                <a:solidFill>
                  <a:schemeClr val="bg1"/>
                </a:solidFill>
              </a:defRPr>
            </a:lvl3pPr>
            <a:lvl4pPr>
              <a:defRPr sz="3200" b="1">
                <a:solidFill>
                  <a:schemeClr val="bg1"/>
                </a:solidFill>
              </a:defRPr>
            </a:lvl4pPr>
            <a:lvl5pPr>
              <a:defRPr sz="3200" b="1">
                <a:solidFill>
                  <a:schemeClr val="bg1"/>
                </a:solidFill>
              </a:defRPr>
            </a:lvl5pPr>
          </a:lstStyle>
          <a:p>
            <a:pPr lvl="0"/>
            <a:r>
              <a:rPr lang="en-US"/>
              <a:t>Date or Subtitle</a:t>
            </a:r>
          </a:p>
        </p:txBody>
      </p:sp>
      <p:grpSp>
        <p:nvGrpSpPr>
          <p:cNvPr id="8" name="Group 7">
            <a:extLst>
              <a:ext uri="{FF2B5EF4-FFF2-40B4-BE49-F238E27FC236}">
                <a16:creationId xmlns:a16="http://schemas.microsoft.com/office/drawing/2014/main" id="{6EFE7060-E6C7-806C-3668-6B15EEF51DD0}"/>
              </a:ext>
            </a:extLst>
          </p:cNvPr>
          <p:cNvGrpSpPr/>
          <p:nvPr userDrawn="1"/>
        </p:nvGrpSpPr>
        <p:grpSpPr>
          <a:xfrm>
            <a:off x="5278322" y="199"/>
            <a:ext cx="216568" cy="6857801"/>
            <a:chOff x="0" y="199"/>
            <a:chExt cx="383458" cy="6857801"/>
          </a:xfrm>
        </p:grpSpPr>
        <p:sp>
          <p:nvSpPr>
            <p:cNvPr id="9" name="Rectangle 8">
              <a:extLst>
                <a:ext uri="{FF2B5EF4-FFF2-40B4-BE49-F238E27FC236}">
                  <a16:creationId xmlns:a16="http://schemas.microsoft.com/office/drawing/2014/main" id="{D67957AF-6B76-FCE1-0DD8-066472864951}"/>
                </a:ext>
              </a:extLst>
            </p:cNvPr>
            <p:cNvSpPr/>
            <p:nvPr/>
          </p:nvSpPr>
          <p:spPr>
            <a:xfrm rot="10800000">
              <a:off x="0" y="199"/>
              <a:ext cx="383457" cy="1371560"/>
            </a:xfrm>
            <a:prstGeom prst="rect">
              <a:avLst/>
            </a:prstGeom>
            <a:solidFill>
              <a:srgbClr val="003366"/>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sz="1199">
                <a:latin typeface="Tahoma" panose="020B0604030504040204" pitchFamily="34" charset="0"/>
              </a:endParaRPr>
            </a:p>
          </p:txBody>
        </p:sp>
        <p:sp>
          <p:nvSpPr>
            <p:cNvPr id="13" name="Rectangle 12">
              <a:extLst>
                <a:ext uri="{FF2B5EF4-FFF2-40B4-BE49-F238E27FC236}">
                  <a16:creationId xmlns:a16="http://schemas.microsoft.com/office/drawing/2014/main" id="{053E5637-0192-B433-1125-FFEDDB110ADA}"/>
                </a:ext>
              </a:extLst>
            </p:cNvPr>
            <p:cNvSpPr/>
            <p:nvPr/>
          </p:nvSpPr>
          <p:spPr>
            <a:xfrm rot="10800000">
              <a:off x="1" y="1371759"/>
              <a:ext cx="383457" cy="1371560"/>
            </a:xfrm>
            <a:prstGeom prst="rect">
              <a:avLst/>
            </a:prstGeom>
            <a:solidFill>
              <a:srgbClr val="006699"/>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sz="1199">
                <a:latin typeface="Tahoma" panose="020B0604030504040204" pitchFamily="34" charset="0"/>
              </a:endParaRPr>
            </a:p>
          </p:txBody>
        </p:sp>
        <p:sp>
          <p:nvSpPr>
            <p:cNvPr id="14" name="Rectangle 13">
              <a:extLst>
                <a:ext uri="{FF2B5EF4-FFF2-40B4-BE49-F238E27FC236}">
                  <a16:creationId xmlns:a16="http://schemas.microsoft.com/office/drawing/2014/main" id="{BA2336E6-88EF-EC18-29CF-62427F7CB7F3}"/>
                </a:ext>
              </a:extLst>
            </p:cNvPr>
            <p:cNvSpPr/>
            <p:nvPr/>
          </p:nvSpPr>
          <p:spPr>
            <a:xfrm rot="10800000">
              <a:off x="1" y="2743319"/>
              <a:ext cx="383457" cy="1371560"/>
            </a:xfrm>
            <a:prstGeom prst="rect">
              <a:avLst/>
            </a:prstGeom>
            <a:solidFill>
              <a:srgbClr val="1799CE"/>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sz="1199">
                <a:latin typeface="Tahoma" panose="020B0604030504040204" pitchFamily="34" charset="0"/>
              </a:endParaRPr>
            </a:p>
          </p:txBody>
        </p:sp>
        <p:sp>
          <p:nvSpPr>
            <p:cNvPr id="18" name="Rectangle 17">
              <a:extLst>
                <a:ext uri="{FF2B5EF4-FFF2-40B4-BE49-F238E27FC236}">
                  <a16:creationId xmlns:a16="http://schemas.microsoft.com/office/drawing/2014/main" id="{2D277AF9-DE85-F9E9-9FF3-3575208418BD}"/>
                </a:ext>
              </a:extLst>
            </p:cNvPr>
            <p:cNvSpPr/>
            <p:nvPr/>
          </p:nvSpPr>
          <p:spPr>
            <a:xfrm rot="10800000">
              <a:off x="1" y="5486440"/>
              <a:ext cx="383457" cy="1371560"/>
            </a:xfrm>
            <a:prstGeom prst="rect">
              <a:avLst/>
            </a:prstGeom>
            <a:solidFill>
              <a:srgbClr val="F89939"/>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sz="1199">
                <a:latin typeface="Tahoma" panose="020B0604030504040204" pitchFamily="34" charset="0"/>
              </a:endParaRPr>
            </a:p>
          </p:txBody>
        </p:sp>
        <p:sp>
          <p:nvSpPr>
            <p:cNvPr id="20" name="Rectangle 19">
              <a:extLst>
                <a:ext uri="{FF2B5EF4-FFF2-40B4-BE49-F238E27FC236}">
                  <a16:creationId xmlns:a16="http://schemas.microsoft.com/office/drawing/2014/main" id="{C529CDBB-BFDB-52B6-C599-274166104E87}"/>
                </a:ext>
              </a:extLst>
            </p:cNvPr>
            <p:cNvSpPr/>
            <p:nvPr/>
          </p:nvSpPr>
          <p:spPr>
            <a:xfrm rot="10800000">
              <a:off x="1" y="4114880"/>
              <a:ext cx="383457" cy="1371560"/>
            </a:xfrm>
            <a:prstGeom prst="rect">
              <a:avLst/>
            </a:prstGeom>
            <a:solidFill>
              <a:srgbClr val="98CD67"/>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sz="1199">
                <a:latin typeface="Tahoma" panose="020B0604030504040204" pitchFamily="34" charset="0"/>
              </a:endParaRPr>
            </a:p>
          </p:txBody>
        </p:sp>
      </p:grpSp>
    </p:spTree>
    <p:extLst>
      <p:ext uri="{BB962C8B-B14F-4D97-AF65-F5344CB8AC3E}">
        <p14:creationId xmlns:p14="http://schemas.microsoft.com/office/powerpoint/2010/main" val="2005458032"/>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Agenda 0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88C49A-AD28-E351-345D-C53A7293BDE7}"/>
              </a:ext>
            </a:extLst>
          </p:cNvPr>
          <p:cNvSpPr/>
          <p:nvPr userDrawn="1"/>
        </p:nvSpPr>
        <p:spPr>
          <a:xfrm>
            <a:off x="-4365" y="0"/>
            <a:ext cx="5292436" cy="6858000"/>
          </a:xfrm>
          <a:prstGeom prst="rect">
            <a:avLst/>
          </a:prstGeom>
          <a:gradFill flip="none" rotWithShape="1">
            <a:gsLst>
              <a:gs pos="0">
                <a:srgbClr val="1498CE">
                  <a:lumMod val="69000"/>
                  <a:lumOff val="31000"/>
                </a:srgbClr>
              </a:gs>
              <a:gs pos="79000">
                <a:srgbClr val="0F4673"/>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oter Placeholder 4">
            <a:extLst>
              <a:ext uri="{FF2B5EF4-FFF2-40B4-BE49-F238E27FC236}">
                <a16:creationId xmlns:a16="http://schemas.microsoft.com/office/drawing/2014/main" id="{9CDC86BC-7394-C843-B168-21E519D864B3}"/>
              </a:ext>
            </a:extLst>
          </p:cNvPr>
          <p:cNvSpPr>
            <a:spLocks noGrp="1"/>
          </p:cNvSpPr>
          <p:nvPr>
            <p:ph type="ftr" sz="quarter" idx="3"/>
          </p:nvPr>
        </p:nvSpPr>
        <p:spPr>
          <a:xfrm>
            <a:off x="632013" y="6176963"/>
            <a:ext cx="3852770" cy="365125"/>
          </a:xfrm>
          <a:prstGeom prst="rect">
            <a:avLst/>
          </a:prstGeom>
        </p:spPr>
        <p:txBody>
          <a:bodyPr vert="horz" lIns="91440" tIns="45720" rIns="91440" bIns="45720" rtlCol="0" anchor="ctr"/>
          <a:lstStyle>
            <a:lvl1pPr algn="l">
              <a:defRPr lang="en-US" b="0" i="0" smtClean="0">
                <a:solidFill>
                  <a:schemeClr val="tx2"/>
                </a:solidFill>
                <a:effectLst/>
                <a:latin typeface="Arial" panose="020B0604020202020204" pitchFamily="34" charset="0"/>
                <a:cs typeface="Arial" panose="020B0604020202020204" pitchFamily="34" charset="0"/>
              </a:defRPr>
            </a:lvl1pPr>
          </a:lstStyle>
          <a:p>
            <a:r>
              <a:rPr lang="en-US"/>
              <a:t>// © 2024 Prolifics, Inc. All Rights Reserved. </a:t>
            </a:r>
            <a:endParaRPr lang="en-PH"/>
          </a:p>
        </p:txBody>
      </p:sp>
      <p:sp>
        <p:nvSpPr>
          <p:cNvPr id="11" name="Slide Number Placeholder 5">
            <a:extLst>
              <a:ext uri="{FF2B5EF4-FFF2-40B4-BE49-F238E27FC236}">
                <a16:creationId xmlns:a16="http://schemas.microsoft.com/office/drawing/2014/main" id="{86462C74-1694-6544-ABCA-1ECFD0CC5709}"/>
              </a:ext>
            </a:extLst>
          </p:cNvPr>
          <p:cNvSpPr>
            <a:spLocks noGrp="1"/>
          </p:cNvSpPr>
          <p:nvPr>
            <p:ph type="sldNum" sz="quarter" idx="4"/>
          </p:nvPr>
        </p:nvSpPr>
        <p:spPr>
          <a:xfrm>
            <a:off x="369983" y="6176963"/>
            <a:ext cx="365123" cy="371287"/>
          </a:xfrm>
          <a:prstGeom prst="rect">
            <a:avLst/>
          </a:prstGeom>
        </p:spPr>
        <p:txBody>
          <a:bodyPr vert="horz" lIns="91440" tIns="45720" rIns="91440" bIns="45720" rtlCol="0" anchor="ctr"/>
          <a:lstStyle>
            <a:lvl1pPr algn="l">
              <a:defRPr sz="900">
                <a:solidFill>
                  <a:schemeClr val="tx2"/>
                </a:solidFill>
                <a:latin typeface="Arial" panose="020B0604020202020204" pitchFamily="34" charset="0"/>
                <a:ea typeface="Arial" panose="020B0604020202020204" pitchFamily="34" charset="0"/>
                <a:cs typeface="Arial" panose="020B0604020202020204" pitchFamily="34" charset="0"/>
              </a:defRPr>
            </a:lvl1pPr>
          </a:lstStyle>
          <a:p>
            <a:fld id="{C6CDCA4D-B942-BC47-92B6-393DE0C99508}" type="slidenum">
              <a:rPr lang="en-US" smtClean="0"/>
              <a:t>‹#›</a:t>
            </a:fld>
            <a:endParaRPr lang="en-US"/>
          </a:p>
        </p:txBody>
      </p:sp>
      <p:sp>
        <p:nvSpPr>
          <p:cNvPr id="15" name="Text Placeholder 11">
            <a:extLst>
              <a:ext uri="{FF2B5EF4-FFF2-40B4-BE49-F238E27FC236}">
                <a16:creationId xmlns:a16="http://schemas.microsoft.com/office/drawing/2014/main" id="{0EEF9BD5-8F95-440B-B4F6-090D091C7203}"/>
              </a:ext>
            </a:extLst>
          </p:cNvPr>
          <p:cNvSpPr>
            <a:spLocks noGrp="1"/>
          </p:cNvSpPr>
          <p:nvPr>
            <p:ph type="body" sz="quarter" idx="12" hasCustomPrompt="1"/>
          </p:nvPr>
        </p:nvSpPr>
        <p:spPr>
          <a:xfrm>
            <a:off x="552449" y="1423988"/>
            <a:ext cx="4178808" cy="1955316"/>
          </a:xfrm>
        </p:spPr>
        <p:txBody>
          <a:bodyPr anchor="b">
            <a:noAutofit/>
          </a:bodyPr>
          <a:lstStyle>
            <a:lvl1pPr marL="0" indent="0">
              <a:buNone/>
              <a:defRPr sz="3600" b="1">
                <a:solidFill>
                  <a:schemeClr val="bg1"/>
                </a:solidFill>
                <a:latin typeface="Arial" panose="020B0604020202020204" pitchFamily="34" charset="0"/>
                <a:cs typeface="Arial" panose="020B0604020202020204" pitchFamily="34" charset="0"/>
              </a:defRPr>
            </a:lvl1pPr>
            <a:lvl2pPr>
              <a:defRPr sz="3200" b="1">
                <a:solidFill>
                  <a:schemeClr val="bg1"/>
                </a:solidFill>
              </a:defRPr>
            </a:lvl2pPr>
            <a:lvl3pPr>
              <a:defRPr sz="3200" b="1">
                <a:solidFill>
                  <a:schemeClr val="bg1"/>
                </a:solidFill>
              </a:defRPr>
            </a:lvl3pPr>
            <a:lvl4pPr>
              <a:defRPr sz="3200" b="1">
                <a:solidFill>
                  <a:schemeClr val="bg1"/>
                </a:solidFill>
              </a:defRPr>
            </a:lvl4pPr>
            <a:lvl5pPr>
              <a:defRPr sz="3200" b="1">
                <a:solidFill>
                  <a:schemeClr val="bg1"/>
                </a:solidFill>
              </a:defRPr>
            </a:lvl5pPr>
          </a:lstStyle>
          <a:p>
            <a:pPr lvl="0"/>
            <a:r>
              <a:rPr lang="en-US"/>
              <a:t>Agenda</a:t>
            </a:r>
          </a:p>
        </p:txBody>
      </p:sp>
      <p:sp>
        <p:nvSpPr>
          <p:cNvPr id="16" name="Text Placeholder 11">
            <a:extLst>
              <a:ext uri="{FF2B5EF4-FFF2-40B4-BE49-F238E27FC236}">
                <a16:creationId xmlns:a16="http://schemas.microsoft.com/office/drawing/2014/main" id="{BAB2D8A4-0F9E-466A-BEBA-99947FB1B2E8}"/>
              </a:ext>
            </a:extLst>
          </p:cNvPr>
          <p:cNvSpPr>
            <a:spLocks noGrp="1"/>
          </p:cNvSpPr>
          <p:nvPr>
            <p:ph type="body" sz="quarter" idx="13" hasCustomPrompt="1"/>
          </p:nvPr>
        </p:nvSpPr>
        <p:spPr>
          <a:xfrm>
            <a:off x="552449" y="3325952"/>
            <a:ext cx="4178808" cy="1955316"/>
          </a:xfrm>
        </p:spPr>
        <p:txBody>
          <a:bodyPr anchor="t">
            <a:noAutofit/>
          </a:bodyPr>
          <a:lstStyle>
            <a:lvl1pPr marL="0" indent="0">
              <a:buNone/>
              <a:defRPr sz="2400" b="1">
                <a:solidFill>
                  <a:schemeClr val="accent4"/>
                </a:solidFill>
                <a:latin typeface="Arial" panose="020B0604020202020204" pitchFamily="34" charset="0"/>
                <a:cs typeface="Arial" panose="020B0604020202020204" pitchFamily="34" charset="0"/>
              </a:defRPr>
            </a:lvl1pPr>
            <a:lvl2pPr>
              <a:defRPr sz="3200" b="1">
                <a:solidFill>
                  <a:schemeClr val="bg1"/>
                </a:solidFill>
              </a:defRPr>
            </a:lvl2pPr>
            <a:lvl3pPr>
              <a:defRPr sz="3200" b="1">
                <a:solidFill>
                  <a:schemeClr val="bg1"/>
                </a:solidFill>
              </a:defRPr>
            </a:lvl3pPr>
            <a:lvl4pPr>
              <a:defRPr sz="3200" b="1">
                <a:solidFill>
                  <a:schemeClr val="bg1"/>
                </a:solidFill>
              </a:defRPr>
            </a:lvl4pPr>
            <a:lvl5pPr>
              <a:defRPr sz="3200" b="1">
                <a:solidFill>
                  <a:schemeClr val="bg1"/>
                </a:solidFill>
              </a:defRPr>
            </a:lvl5pPr>
          </a:lstStyle>
          <a:p>
            <a:pPr lvl="0"/>
            <a:r>
              <a:rPr lang="en-US"/>
              <a:t>Date or Subtitle</a:t>
            </a:r>
          </a:p>
        </p:txBody>
      </p:sp>
      <p:sp>
        <p:nvSpPr>
          <p:cNvPr id="12" name="Content Placeholder 2">
            <a:extLst>
              <a:ext uri="{FF2B5EF4-FFF2-40B4-BE49-F238E27FC236}">
                <a16:creationId xmlns:a16="http://schemas.microsoft.com/office/drawing/2014/main" id="{41E49DE7-D5DF-4EEC-839A-C761948170CA}"/>
              </a:ext>
            </a:extLst>
          </p:cNvPr>
          <p:cNvSpPr>
            <a:spLocks noGrp="1"/>
          </p:cNvSpPr>
          <p:nvPr>
            <p:ph idx="1"/>
          </p:nvPr>
        </p:nvSpPr>
        <p:spPr>
          <a:xfrm>
            <a:off x="5686097" y="786063"/>
            <a:ext cx="6054316" cy="5161472"/>
          </a:xfrm>
        </p:spPr>
        <p:txBody>
          <a:bodyPr anchor="ctr">
            <a:normAutofit/>
          </a:bodyPr>
          <a:lstStyle>
            <a:lvl1pPr>
              <a:buClr>
                <a:schemeClr val="accent4"/>
              </a:buClr>
              <a:defRPr sz="2000">
                <a:solidFill>
                  <a:schemeClr val="tx1"/>
                </a:solidFill>
                <a:latin typeface="Arial" panose="020B0604020202020204" pitchFamily="34" charset="0"/>
                <a:cs typeface="Arial" panose="020B0604020202020204" pitchFamily="34" charset="0"/>
              </a:defRPr>
            </a:lvl1pPr>
            <a:lvl2pPr>
              <a:buClr>
                <a:schemeClr val="accent4"/>
              </a:buClr>
              <a:defRPr sz="1800">
                <a:solidFill>
                  <a:schemeClr val="tx1"/>
                </a:solidFill>
                <a:latin typeface="Arial" panose="020B0604020202020204" pitchFamily="34" charset="0"/>
                <a:cs typeface="Arial" panose="020B0604020202020204" pitchFamily="34" charset="0"/>
              </a:defRPr>
            </a:lvl2pPr>
            <a:lvl3pPr>
              <a:buClr>
                <a:schemeClr val="accent4"/>
              </a:buClr>
              <a:defRPr sz="1600">
                <a:solidFill>
                  <a:schemeClr val="tx1"/>
                </a:solidFill>
                <a:latin typeface="Arial" panose="020B0604020202020204" pitchFamily="34" charset="0"/>
                <a:cs typeface="Arial" panose="020B0604020202020204" pitchFamily="34" charset="0"/>
              </a:defRPr>
            </a:lvl3pPr>
            <a:lvl4pPr>
              <a:buClr>
                <a:schemeClr val="accent4"/>
              </a:buClr>
              <a:defRPr sz="1400">
                <a:solidFill>
                  <a:schemeClr val="tx1"/>
                </a:solidFill>
                <a:latin typeface="Arial" panose="020B0604020202020204" pitchFamily="34" charset="0"/>
                <a:cs typeface="Arial" panose="020B0604020202020204" pitchFamily="34" charset="0"/>
              </a:defRPr>
            </a:lvl4pPr>
            <a:lvl5pPr>
              <a:buClr>
                <a:schemeClr val="accent4"/>
              </a:buClr>
              <a:defRPr sz="140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Graphic 1">
            <a:extLst>
              <a:ext uri="{FF2B5EF4-FFF2-40B4-BE49-F238E27FC236}">
                <a16:creationId xmlns:a16="http://schemas.microsoft.com/office/drawing/2014/main" id="{DAB859FB-2685-045D-E26B-F078E9AB4EB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74058" y="6256736"/>
            <a:ext cx="1547959" cy="233936"/>
          </a:xfrm>
          <a:prstGeom prst="rect">
            <a:avLst/>
          </a:prstGeom>
        </p:spPr>
      </p:pic>
      <p:grpSp>
        <p:nvGrpSpPr>
          <p:cNvPr id="4" name="Group 3">
            <a:extLst>
              <a:ext uri="{FF2B5EF4-FFF2-40B4-BE49-F238E27FC236}">
                <a16:creationId xmlns:a16="http://schemas.microsoft.com/office/drawing/2014/main" id="{194FF902-03B7-663C-2931-2A30A47590E0}"/>
              </a:ext>
            </a:extLst>
          </p:cNvPr>
          <p:cNvGrpSpPr/>
          <p:nvPr userDrawn="1"/>
        </p:nvGrpSpPr>
        <p:grpSpPr>
          <a:xfrm>
            <a:off x="5278322" y="199"/>
            <a:ext cx="216568" cy="6857801"/>
            <a:chOff x="0" y="199"/>
            <a:chExt cx="383458" cy="6857801"/>
          </a:xfrm>
        </p:grpSpPr>
        <p:sp>
          <p:nvSpPr>
            <p:cNvPr id="5" name="Rectangle 4">
              <a:extLst>
                <a:ext uri="{FF2B5EF4-FFF2-40B4-BE49-F238E27FC236}">
                  <a16:creationId xmlns:a16="http://schemas.microsoft.com/office/drawing/2014/main" id="{82984A97-48B8-BD6C-3E74-6054B882243B}"/>
                </a:ext>
              </a:extLst>
            </p:cNvPr>
            <p:cNvSpPr/>
            <p:nvPr/>
          </p:nvSpPr>
          <p:spPr>
            <a:xfrm rot="10800000">
              <a:off x="0" y="199"/>
              <a:ext cx="383457" cy="1371560"/>
            </a:xfrm>
            <a:prstGeom prst="rect">
              <a:avLst/>
            </a:prstGeom>
            <a:solidFill>
              <a:srgbClr val="003366"/>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sz="1199">
                <a:latin typeface="Tahoma" panose="020B0604030504040204" pitchFamily="34" charset="0"/>
              </a:endParaRPr>
            </a:p>
          </p:txBody>
        </p:sp>
        <p:sp>
          <p:nvSpPr>
            <p:cNvPr id="6" name="Rectangle 5">
              <a:extLst>
                <a:ext uri="{FF2B5EF4-FFF2-40B4-BE49-F238E27FC236}">
                  <a16:creationId xmlns:a16="http://schemas.microsoft.com/office/drawing/2014/main" id="{334150B1-5F7B-FB52-3180-4F3B3434DBE7}"/>
                </a:ext>
              </a:extLst>
            </p:cNvPr>
            <p:cNvSpPr/>
            <p:nvPr/>
          </p:nvSpPr>
          <p:spPr>
            <a:xfrm rot="10800000">
              <a:off x="1" y="1371759"/>
              <a:ext cx="383457" cy="1371560"/>
            </a:xfrm>
            <a:prstGeom prst="rect">
              <a:avLst/>
            </a:prstGeom>
            <a:solidFill>
              <a:srgbClr val="006699"/>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sz="1199">
                <a:latin typeface="Tahoma" panose="020B0604030504040204" pitchFamily="34" charset="0"/>
              </a:endParaRPr>
            </a:p>
          </p:txBody>
        </p:sp>
        <p:sp>
          <p:nvSpPr>
            <p:cNvPr id="7" name="Rectangle 6">
              <a:extLst>
                <a:ext uri="{FF2B5EF4-FFF2-40B4-BE49-F238E27FC236}">
                  <a16:creationId xmlns:a16="http://schemas.microsoft.com/office/drawing/2014/main" id="{EA7E6C00-BA0E-1ADA-39F3-4600535EC11D}"/>
                </a:ext>
              </a:extLst>
            </p:cNvPr>
            <p:cNvSpPr/>
            <p:nvPr/>
          </p:nvSpPr>
          <p:spPr>
            <a:xfrm rot="10800000">
              <a:off x="1" y="2743319"/>
              <a:ext cx="383457" cy="1371560"/>
            </a:xfrm>
            <a:prstGeom prst="rect">
              <a:avLst/>
            </a:prstGeom>
            <a:solidFill>
              <a:srgbClr val="1799CE"/>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sz="1199">
                <a:latin typeface="Tahoma" panose="020B0604030504040204" pitchFamily="34" charset="0"/>
              </a:endParaRPr>
            </a:p>
          </p:txBody>
        </p:sp>
        <p:sp>
          <p:nvSpPr>
            <p:cNvPr id="8" name="Rectangle 7">
              <a:extLst>
                <a:ext uri="{FF2B5EF4-FFF2-40B4-BE49-F238E27FC236}">
                  <a16:creationId xmlns:a16="http://schemas.microsoft.com/office/drawing/2014/main" id="{D716488A-A501-D9D8-4504-E9AA714A3E61}"/>
                </a:ext>
              </a:extLst>
            </p:cNvPr>
            <p:cNvSpPr/>
            <p:nvPr/>
          </p:nvSpPr>
          <p:spPr>
            <a:xfrm rot="10800000">
              <a:off x="1" y="5486440"/>
              <a:ext cx="383457" cy="1371560"/>
            </a:xfrm>
            <a:prstGeom prst="rect">
              <a:avLst/>
            </a:prstGeom>
            <a:solidFill>
              <a:srgbClr val="F89939"/>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sz="1199">
                <a:latin typeface="Tahoma" panose="020B0604030504040204" pitchFamily="34" charset="0"/>
              </a:endParaRPr>
            </a:p>
          </p:txBody>
        </p:sp>
        <p:sp>
          <p:nvSpPr>
            <p:cNvPr id="13" name="Rectangle 12">
              <a:extLst>
                <a:ext uri="{FF2B5EF4-FFF2-40B4-BE49-F238E27FC236}">
                  <a16:creationId xmlns:a16="http://schemas.microsoft.com/office/drawing/2014/main" id="{A9B2DA92-D5C9-BB37-0055-7F2D22101BB0}"/>
                </a:ext>
              </a:extLst>
            </p:cNvPr>
            <p:cNvSpPr/>
            <p:nvPr/>
          </p:nvSpPr>
          <p:spPr>
            <a:xfrm rot="10800000">
              <a:off x="1" y="4114880"/>
              <a:ext cx="383457" cy="1371560"/>
            </a:xfrm>
            <a:prstGeom prst="rect">
              <a:avLst/>
            </a:prstGeom>
            <a:solidFill>
              <a:srgbClr val="98CD67"/>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sz="1199">
                <a:latin typeface="Tahoma" panose="020B0604030504040204" pitchFamily="34" charset="0"/>
              </a:endParaRPr>
            </a:p>
          </p:txBody>
        </p:sp>
      </p:grpSp>
    </p:spTree>
    <p:extLst>
      <p:ext uri="{BB962C8B-B14F-4D97-AF65-F5344CB8AC3E}">
        <p14:creationId xmlns:p14="http://schemas.microsoft.com/office/powerpoint/2010/main" val="397919226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01">
    <p:bg>
      <p:bgPr>
        <a:blipFill dpi="0" rotWithShape="1">
          <a:blip r:embed="rId2">
            <a:lum/>
          </a:blip>
          <a:stretch>
            <a:fillRect t="-1000" b="-1000"/>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0A47B6D-7717-4BE6-88F3-A67D3E6B74CD}"/>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434963" y="960118"/>
            <a:ext cx="5322075" cy="1582702"/>
          </a:xfrm>
          <a:prstGeom prst="rect">
            <a:avLst/>
          </a:prstGeom>
        </p:spPr>
      </p:pic>
      <p:pic>
        <p:nvPicPr>
          <p:cNvPr id="3" name="Graphic 2">
            <a:extLst>
              <a:ext uri="{FF2B5EF4-FFF2-40B4-BE49-F238E27FC236}">
                <a16:creationId xmlns:a16="http://schemas.microsoft.com/office/drawing/2014/main" id="{DD3EC706-FF68-E7D3-9A58-11BAAAADBF3E}"/>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983529" y="5846754"/>
            <a:ext cx="2712780" cy="406917"/>
          </a:xfrm>
          <a:prstGeom prst="rect">
            <a:avLst/>
          </a:prstGeom>
        </p:spPr>
      </p:pic>
    </p:spTree>
    <p:extLst>
      <p:ext uri="{BB962C8B-B14F-4D97-AF65-F5344CB8AC3E}">
        <p14:creationId xmlns:p14="http://schemas.microsoft.com/office/powerpoint/2010/main" val="2620463869"/>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_Content 02">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8EEF8213-A476-4E8D-BBCB-D0F3A28761CB}"/>
              </a:ext>
            </a:extLst>
          </p:cNvPr>
          <p:cNvSpPr>
            <a:spLocks noGrp="1"/>
          </p:cNvSpPr>
          <p:nvPr>
            <p:ph type="title" hasCustomPrompt="1"/>
          </p:nvPr>
        </p:nvSpPr>
        <p:spPr>
          <a:xfrm>
            <a:off x="369983" y="514350"/>
            <a:ext cx="11485746" cy="942309"/>
          </a:xfrm>
        </p:spPr>
        <p:txBody>
          <a:bodyPr anchor="t">
            <a:normAutofit/>
          </a:bodyPr>
          <a:lstStyle>
            <a:lvl1pPr algn="ctr">
              <a:defRPr sz="2800" b="1">
                <a:solidFill>
                  <a:schemeClr val="accent1"/>
                </a:solidFill>
                <a:latin typeface="Arial" panose="020B0604020202020204" pitchFamily="34" charset="0"/>
                <a:cs typeface="Arial" panose="020B0604020202020204" pitchFamily="34" charset="0"/>
              </a:defRPr>
            </a:lvl1pPr>
          </a:lstStyle>
          <a:p>
            <a:r>
              <a:rPr lang="en-US"/>
              <a:t>Click to edit Master title style</a:t>
            </a:r>
            <a:br>
              <a:rPr lang="en-US"/>
            </a:br>
            <a:endParaRPr lang="en-US"/>
          </a:p>
        </p:txBody>
      </p:sp>
      <p:sp>
        <p:nvSpPr>
          <p:cNvPr id="9" name="Footer Placeholder 4">
            <a:extLst>
              <a:ext uri="{FF2B5EF4-FFF2-40B4-BE49-F238E27FC236}">
                <a16:creationId xmlns:a16="http://schemas.microsoft.com/office/drawing/2014/main" id="{D3303B5D-945F-BC4A-B981-A2075D6A36E3}"/>
              </a:ext>
            </a:extLst>
          </p:cNvPr>
          <p:cNvSpPr>
            <a:spLocks noGrp="1"/>
          </p:cNvSpPr>
          <p:nvPr>
            <p:ph type="ftr" sz="quarter" idx="3"/>
          </p:nvPr>
        </p:nvSpPr>
        <p:spPr>
          <a:xfrm>
            <a:off x="632013" y="6176963"/>
            <a:ext cx="3852770" cy="365125"/>
          </a:xfrm>
          <a:prstGeom prst="rect">
            <a:avLst/>
          </a:prstGeom>
        </p:spPr>
        <p:txBody>
          <a:bodyPr vert="horz" lIns="91440" tIns="45720" rIns="91440" bIns="45720" rtlCol="0" anchor="ctr"/>
          <a:lstStyle>
            <a:lvl1pPr algn="l">
              <a:defRPr lang="en-US" b="0" i="0" smtClean="0">
                <a:solidFill>
                  <a:schemeClr val="tx2"/>
                </a:solidFill>
                <a:effectLst/>
                <a:latin typeface="Arial" panose="020B0604020202020204" pitchFamily="34" charset="0"/>
                <a:cs typeface="Arial" panose="020B0604020202020204" pitchFamily="34" charset="0"/>
              </a:defRPr>
            </a:lvl1pPr>
          </a:lstStyle>
          <a:p>
            <a:r>
              <a:rPr lang="en-US"/>
              <a:t>// © 2024 Prolifics, Inc. All Rights Reserved. </a:t>
            </a:r>
            <a:endParaRPr lang="en-PH"/>
          </a:p>
        </p:txBody>
      </p:sp>
      <p:sp>
        <p:nvSpPr>
          <p:cNvPr id="10" name="Slide Number Placeholder 5">
            <a:extLst>
              <a:ext uri="{FF2B5EF4-FFF2-40B4-BE49-F238E27FC236}">
                <a16:creationId xmlns:a16="http://schemas.microsoft.com/office/drawing/2014/main" id="{C6DA4E71-5DD5-3242-A1D5-074340204DB2}"/>
              </a:ext>
            </a:extLst>
          </p:cNvPr>
          <p:cNvSpPr>
            <a:spLocks noGrp="1"/>
          </p:cNvSpPr>
          <p:nvPr>
            <p:ph type="sldNum" sz="quarter" idx="4"/>
          </p:nvPr>
        </p:nvSpPr>
        <p:spPr>
          <a:xfrm>
            <a:off x="369983" y="6176963"/>
            <a:ext cx="365123" cy="371287"/>
          </a:xfrm>
          <a:prstGeom prst="rect">
            <a:avLst/>
          </a:prstGeom>
        </p:spPr>
        <p:txBody>
          <a:bodyPr vert="horz" lIns="91440" tIns="45720" rIns="91440" bIns="45720" rtlCol="0" anchor="ctr"/>
          <a:lstStyle>
            <a:lvl1pPr algn="l">
              <a:defRPr sz="900">
                <a:solidFill>
                  <a:schemeClr val="tx2"/>
                </a:solidFill>
                <a:latin typeface="Arial" panose="020B0604020202020204" pitchFamily="34" charset="0"/>
                <a:ea typeface="Arial" panose="020B0604020202020204" pitchFamily="34" charset="0"/>
                <a:cs typeface="Arial" panose="020B0604020202020204" pitchFamily="34" charset="0"/>
              </a:defRPr>
            </a:lvl1pPr>
          </a:lstStyle>
          <a:p>
            <a:fld id="{C6CDCA4D-B942-BC47-92B6-393DE0C99508}" type="slidenum">
              <a:rPr lang="en-US" smtClean="0"/>
              <a:t>‹#›</a:t>
            </a:fld>
            <a:endParaRPr lang="en-US"/>
          </a:p>
        </p:txBody>
      </p:sp>
      <p:sp>
        <p:nvSpPr>
          <p:cNvPr id="5" name="Text Placeholder 4">
            <a:extLst>
              <a:ext uri="{FF2B5EF4-FFF2-40B4-BE49-F238E27FC236}">
                <a16:creationId xmlns:a16="http://schemas.microsoft.com/office/drawing/2014/main" id="{94757994-8820-4C47-A89E-A6DC208EA3E1}"/>
              </a:ext>
            </a:extLst>
          </p:cNvPr>
          <p:cNvSpPr>
            <a:spLocks noGrp="1"/>
          </p:cNvSpPr>
          <p:nvPr>
            <p:ph type="body" sz="quarter" idx="10" hasCustomPrompt="1"/>
          </p:nvPr>
        </p:nvSpPr>
        <p:spPr>
          <a:xfrm>
            <a:off x="370167" y="1116597"/>
            <a:ext cx="11485562" cy="306388"/>
          </a:xfrm>
        </p:spPr>
        <p:txBody>
          <a:bodyPr anchor="ctr">
            <a:noAutofit/>
          </a:bodyPr>
          <a:lstStyle>
            <a:lvl1pPr marL="0" indent="0" algn="ctr">
              <a:buNone/>
              <a:defRPr sz="2000" b="1">
                <a:solidFill>
                  <a:schemeClr val="accent4"/>
                </a:solidFill>
                <a:latin typeface="Arial" panose="020B0604020202020204" pitchFamily="34" charset="0"/>
                <a:cs typeface="Arial" panose="020B0604020202020204" pitchFamily="34" charset="0"/>
              </a:defRPr>
            </a:lvl1pPr>
          </a:lstStyle>
          <a:p>
            <a:pPr lvl="0"/>
            <a:r>
              <a:rPr lang="en-US"/>
              <a:t>CLICK TO EDIT SUBTITLE</a:t>
            </a:r>
            <a:endParaRPr lang="en-PH"/>
          </a:p>
        </p:txBody>
      </p:sp>
      <p:sp>
        <p:nvSpPr>
          <p:cNvPr id="12" name="Content Placeholder 2">
            <a:extLst>
              <a:ext uri="{FF2B5EF4-FFF2-40B4-BE49-F238E27FC236}">
                <a16:creationId xmlns:a16="http://schemas.microsoft.com/office/drawing/2014/main" id="{F81DB329-8EC4-451F-B610-5E55DA34D0DE}"/>
              </a:ext>
            </a:extLst>
          </p:cNvPr>
          <p:cNvSpPr>
            <a:spLocks noGrp="1"/>
          </p:cNvSpPr>
          <p:nvPr>
            <p:ph idx="1"/>
          </p:nvPr>
        </p:nvSpPr>
        <p:spPr>
          <a:xfrm>
            <a:off x="369983" y="1453896"/>
            <a:ext cx="11485746" cy="4489704"/>
          </a:xfrm>
        </p:spPr>
        <p:txBody>
          <a:bodyPr>
            <a:normAutofit/>
          </a:bodyPr>
          <a:lstStyle>
            <a:lvl1pPr>
              <a:buClr>
                <a:schemeClr val="accent4"/>
              </a:buClr>
              <a:defRPr sz="2000">
                <a:solidFill>
                  <a:schemeClr val="tx1"/>
                </a:solidFill>
                <a:latin typeface="Arial" panose="020B0604020202020204" pitchFamily="34" charset="0"/>
                <a:cs typeface="Arial" panose="020B0604020202020204" pitchFamily="34" charset="0"/>
              </a:defRPr>
            </a:lvl1pPr>
            <a:lvl2pPr>
              <a:buClr>
                <a:schemeClr val="accent4"/>
              </a:buClr>
              <a:defRPr sz="1800">
                <a:solidFill>
                  <a:schemeClr val="tx1"/>
                </a:solidFill>
                <a:latin typeface="Arial" panose="020B0604020202020204" pitchFamily="34" charset="0"/>
                <a:cs typeface="Arial" panose="020B0604020202020204" pitchFamily="34" charset="0"/>
              </a:defRPr>
            </a:lvl2pPr>
            <a:lvl3pPr>
              <a:buClr>
                <a:schemeClr val="accent4"/>
              </a:buClr>
              <a:defRPr sz="1600">
                <a:solidFill>
                  <a:schemeClr val="tx1"/>
                </a:solidFill>
                <a:latin typeface="Arial" panose="020B0604020202020204" pitchFamily="34" charset="0"/>
                <a:cs typeface="Arial" panose="020B0604020202020204" pitchFamily="34" charset="0"/>
              </a:defRPr>
            </a:lvl3pPr>
            <a:lvl4pPr>
              <a:buClr>
                <a:schemeClr val="accent4"/>
              </a:buClr>
              <a:defRPr sz="1400">
                <a:solidFill>
                  <a:schemeClr val="tx1"/>
                </a:solidFill>
                <a:latin typeface="Arial" panose="020B0604020202020204" pitchFamily="34" charset="0"/>
                <a:cs typeface="Arial" panose="020B0604020202020204" pitchFamily="34" charset="0"/>
              </a:defRPr>
            </a:lvl4pPr>
            <a:lvl5pPr>
              <a:buClr>
                <a:schemeClr val="accent4"/>
              </a:buClr>
              <a:defRPr sz="140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Graphic 2">
            <a:extLst>
              <a:ext uri="{FF2B5EF4-FFF2-40B4-BE49-F238E27FC236}">
                <a16:creationId xmlns:a16="http://schemas.microsoft.com/office/drawing/2014/main" id="{3C8A0ACB-A947-C53A-FF7B-548E8DF0F29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74058" y="6256736"/>
            <a:ext cx="1547959" cy="233936"/>
          </a:xfrm>
          <a:prstGeom prst="rect">
            <a:avLst/>
          </a:prstGeom>
        </p:spPr>
      </p:pic>
      <p:grpSp>
        <p:nvGrpSpPr>
          <p:cNvPr id="2" name="Group 1">
            <a:extLst>
              <a:ext uri="{FF2B5EF4-FFF2-40B4-BE49-F238E27FC236}">
                <a16:creationId xmlns:a16="http://schemas.microsoft.com/office/drawing/2014/main" id="{5A27E8CB-2E30-84BA-E3BF-14489EE3C5EA}"/>
              </a:ext>
            </a:extLst>
          </p:cNvPr>
          <p:cNvGrpSpPr/>
          <p:nvPr userDrawn="1"/>
        </p:nvGrpSpPr>
        <p:grpSpPr>
          <a:xfrm>
            <a:off x="1" y="199"/>
            <a:ext cx="216568" cy="6857801"/>
            <a:chOff x="0" y="199"/>
            <a:chExt cx="383458" cy="6857801"/>
          </a:xfrm>
        </p:grpSpPr>
        <p:sp>
          <p:nvSpPr>
            <p:cNvPr id="4" name="Rectangle 3">
              <a:extLst>
                <a:ext uri="{FF2B5EF4-FFF2-40B4-BE49-F238E27FC236}">
                  <a16:creationId xmlns:a16="http://schemas.microsoft.com/office/drawing/2014/main" id="{ADE36E9D-7D20-00CE-3D3F-31916125D929}"/>
                </a:ext>
              </a:extLst>
            </p:cNvPr>
            <p:cNvSpPr/>
            <p:nvPr/>
          </p:nvSpPr>
          <p:spPr>
            <a:xfrm rot="10800000">
              <a:off x="0" y="199"/>
              <a:ext cx="383457" cy="1371560"/>
            </a:xfrm>
            <a:prstGeom prst="rect">
              <a:avLst/>
            </a:prstGeom>
            <a:solidFill>
              <a:srgbClr val="003366"/>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sz="1199">
                <a:latin typeface="Tahoma" panose="020B0604030504040204" pitchFamily="34" charset="0"/>
              </a:endParaRPr>
            </a:p>
          </p:txBody>
        </p:sp>
        <p:sp>
          <p:nvSpPr>
            <p:cNvPr id="6" name="Rectangle 5">
              <a:extLst>
                <a:ext uri="{FF2B5EF4-FFF2-40B4-BE49-F238E27FC236}">
                  <a16:creationId xmlns:a16="http://schemas.microsoft.com/office/drawing/2014/main" id="{875CFE52-1172-A033-3BE5-65F47B193976}"/>
                </a:ext>
              </a:extLst>
            </p:cNvPr>
            <p:cNvSpPr/>
            <p:nvPr/>
          </p:nvSpPr>
          <p:spPr>
            <a:xfrm rot="10800000">
              <a:off x="1" y="1371759"/>
              <a:ext cx="383457" cy="1371560"/>
            </a:xfrm>
            <a:prstGeom prst="rect">
              <a:avLst/>
            </a:prstGeom>
            <a:solidFill>
              <a:srgbClr val="006699"/>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sz="1199">
                <a:latin typeface="Tahoma" panose="020B0604030504040204" pitchFamily="34" charset="0"/>
              </a:endParaRPr>
            </a:p>
          </p:txBody>
        </p:sp>
        <p:sp>
          <p:nvSpPr>
            <p:cNvPr id="7" name="Rectangle 6">
              <a:extLst>
                <a:ext uri="{FF2B5EF4-FFF2-40B4-BE49-F238E27FC236}">
                  <a16:creationId xmlns:a16="http://schemas.microsoft.com/office/drawing/2014/main" id="{16423DD7-7976-72B0-3944-A0D1D00E9969}"/>
                </a:ext>
              </a:extLst>
            </p:cNvPr>
            <p:cNvSpPr/>
            <p:nvPr/>
          </p:nvSpPr>
          <p:spPr>
            <a:xfrm rot="10800000">
              <a:off x="1" y="2743319"/>
              <a:ext cx="383457" cy="1371560"/>
            </a:xfrm>
            <a:prstGeom prst="rect">
              <a:avLst/>
            </a:prstGeom>
            <a:solidFill>
              <a:srgbClr val="1799CE"/>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sz="1199">
                <a:latin typeface="Tahoma" panose="020B0604030504040204" pitchFamily="34" charset="0"/>
              </a:endParaRPr>
            </a:p>
          </p:txBody>
        </p:sp>
        <p:sp>
          <p:nvSpPr>
            <p:cNvPr id="8" name="Rectangle 7">
              <a:extLst>
                <a:ext uri="{FF2B5EF4-FFF2-40B4-BE49-F238E27FC236}">
                  <a16:creationId xmlns:a16="http://schemas.microsoft.com/office/drawing/2014/main" id="{B3A2A738-BB32-BB81-E899-A50384AF1DCF}"/>
                </a:ext>
              </a:extLst>
            </p:cNvPr>
            <p:cNvSpPr/>
            <p:nvPr/>
          </p:nvSpPr>
          <p:spPr>
            <a:xfrm rot="10800000">
              <a:off x="1" y="5486440"/>
              <a:ext cx="383457" cy="1371560"/>
            </a:xfrm>
            <a:prstGeom prst="rect">
              <a:avLst/>
            </a:prstGeom>
            <a:solidFill>
              <a:srgbClr val="F89939"/>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sz="1199">
                <a:latin typeface="Tahoma" panose="020B0604030504040204" pitchFamily="34" charset="0"/>
              </a:endParaRPr>
            </a:p>
          </p:txBody>
        </p:sp>
        <p:sp>
          <p:nvSpPr>
            <p:cNvPr id="11" name="Rectangle 10">
              <a:extLst>
                <a:ext uri="{FF2B5EF4-FFF2-40B4-BE49-F238E27FC236}">
                  <a16:creationId xmlns:a16="http://schemas.microsoft.com/office/drawing/2014/main" id="{86B8E15A-1671-B6E5-38C2-4CEC329C3FD0}"/>
                </a:ext>
              </a:extLst>
            </p:cNvPr>
            <p:cNvSpPr/>
            <p:nvPr/>
          </p:nvSpPr>
          <p:spPr>
            <a:xfrm rot="10800000">
              <a:off x="1" y="4114880"/>
              <a:ext cx="383457" cy="1371560"/>
            </a:xfrm>
            <a:prstGeom prst="rect">
              <a:avLst/>
            </a:prstGeom>
            <a:solidFill>
              <a:srgbClr val="98CD67"/>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sz="1199">
                <a:latin typeface="Tahoma" panose="020B0604030504040204" pitchFamily="34" charset="0"/>
              </a:endParaRPr>
            </a:p>
          </p:txBody>
        </p:sp>
      </p:grpSp>
    </p:spTree>
    <p:extLst>
      <p:ext uri="{BB962C8B-B14F-4D97-AF65-F5344CB8AC3E}">
        <p14:creationId xmlns:p14="http://schemas.microsoft.com/office/powerpoint/2010/main" val="1777884830"/>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Content_Half_WH-MB2">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AD4F7BF-744D-FF4B-59BD-8BEA4C3B1581}"/>
              </a:ext>
            </a:extLst>
          </p:cNvPr>
          <p:cNvSpPr>
            <a:spLocks noGrp="1"/>
          </p:cNvSpPr>
          <p:nvPr>
            <p:ph type="pic" sz="quarter" idx="10"/>
          </p:nvPr>
        </p:nvSpPr>
        <p:spPr>
          <a:xfrm>
            <a:off x="216568" y="0"/>
            <a:ext cx="11975432" cy="2107732"/>
          </a:xfrm>
        </p:spPr>
        <p:txBody>
          <a:bodyPr/>
          <a:lstStyle/>
          <a:p>
            <a:endParaRPr lang="en-US"/>
          </a:p>
        </p:txBody>
      </p:sp>
      <p:sp>
        <p:nvSpPr>
          <p:cNvPr id="10" name="Footer Placeholder 4">
            <a:extLst>
              <a:ext uri="{FF2B5EF4-FFF2-40B4-BE49-F238E27FC236}">
                <a16:creationId xmlns:a16="http://schemas.microsoft.com/office/drawing/2014/main" id="{9CDC86BC-7394-C843-B168-21E519D864B3}"/>
              </a:ext>
            </a:extLst>
          </p:cNvPr>
          <p:cNvSpPr>
            <a:spLocks noGrp="1"/>
          </p:cNvSpPr>
          <p:nvPr>
            <p:ph type="ftr" sz="quarter" idx="3"/>
          </p:nvPr>
        </p:nvSpPr>
        <p:spPr>
          <a:xfrm>
            <a:off x="632013" y="6176963"/>
            <a:ext cx="3852770" cy="365125"/>
          </a:xfrm>
          <a:prstGeom prst="rect">
            <a:avLst/>
          </a:prstGeom>
        </p:spPr>
        <p:txBody>
          <a:bodyPr vert="horz" lIns="91440" tIns="45720" rIns="91440" bIns="45720" rtlCol="0" anchor="ctr"/>
          <a:lstStyle>
            <a:lvl1pPr algn="l">
              <a:defRPr lang="en-US" b="0" i="0" smtClean="0">
                <a:solidFill>
                  <a:schemeClr val="tx2"/>
                </a:solidFill>
                <a:effectLst/>
                <a:latin typeface="Arial" panose="020B0604020202020204" pitchFamily="34" charset="0"/>
                <a:cs typeface="Arial" panose="020B0604020202020204" pitchFamily="34" charset="0"/>
              </a:defRPr>
            </a:lvl1pPr>
          </a:lstStyle>
          <a:p>
            <a:r>
              <a:rPr lang="en-US"/>
              <a:t>// © 2024 Prolifics, Inc. All Rights Reserved. </a:t>
            </a:r>
            <a:endParaRPr lang="en-PH"/>
          </a:p>
        </p:txBody>
      </p:sp>
      <p:sp>
        <p:nvSpPr>
          <p:cNvPr id="11" name="Slide Number Placeholder 5">
            <a:extLst>
              <a:ext uri="{FF2B5EF4-FFF2-40B4-BE49-F238E27FC236}">
                <a16:creationId xmlns:a16="http://schemas.microsoft.com/office/drawing/2014/main" id="{86462C74-1694-6544-ABCA-1ECFD0CC5709}"/>
              </a:ext>
            </a:extLst>
          </p:cNvPr>
          <p:cNvSpPr>
            <a:spLocks noGrp="1"/>
          </p:cNvSpPr>
          <p:nvPr>
            <p:ph type="sldNum" sz="quarter" idx="4"/>
          </p:nvPr>
        </p:nvSpPr>
        <p:spPr>
          <a:xfrm>
            <a:off x="369983" y="6176963"/>
            <a:ext cx="365123" cy="371287"/>
          </a:xfrm>
          <a:prstGeom prst="rect">
            <a:avLst/>
          </a:prstGeom>
        </p:spPr>
        <p:txBody>
          <a:bodyPr vert="horz" lIns="91440" tIns="45720" rIns="91440" bIns="45720" rtlCol="0" anchor="ctr"/>
          <a:lstStyle>
            <a:lvl1pPr algn="l">
              <a:defRPr sz="900">
                <a:solidFill>
                  <a:schemeClr val="tx2"/>
                </a:solidFill>
                <a:latin typeface="Arial" panose="020B0604020202020204" pitchFamily="34" charset="0"/>
                <a:ea typeface="Arial" panose="020B0604020202020204" pitchFamily="34" charset="0"/>
                <a:cs typeface="Arial" panose="020B0604020202020204" pitchFamily="34" charset="0"/>
              </a:defRPr>
            </a:lvl1pPr>
          </a:lstStyle>
          <a:p>
            <a:fld id="{C6CDCA4D-B942-BC47-92B6-393DE0C99508}" type="slidenum">
              <a:rPr lang="en-US" smtClean="0"/>
              <a:t>‹#›</a:t>
            </a:fld>
            <a:endParaRPr lang="en-US"/>
          </a:p>
        </p:txBody>
      </p:sp>
      <p:pic>
        <p:nvPicPr>
          <p:cNvPr id="15" name="Picture 14" descr="https://lh6.googleusercontent.com/AZ-yz1hS3IciBSwf2JdOH7_V_4OWt4k9BflYy40KWBa_ObUKx58xRnmeEhXg306lg2KI3Bd-nTiPUja37KLwfMeP3G6BV4I6MG-CEEoKR5-ODa7oaX1wo145hVof7te_dydnqHU5HNo">
            <a:extLst>
              <a:ext uri="{FF2B5EF4-FFF2-40B4-BE49-F238E27FC236}">
                <a16:creationId xmlns:a16="http://schemas.microsoft.com/office/drawing/2014/main" id="{F9908C25-EF94-4607-A4F5-04B22ABFBD65}"/>
              </a:ext>
            </a:extLst>
          </p:cNvPr>
          <p:cNvPicPr>
            <a:picLocks noChangeAspect="1" noChangeArrowheads="1"/>
          </p:cNvPicPr>
          <p:nvPr/>
        </p:nvPicPr>
        <p:blipFill>
          <a:blip r:embed="rId2">
            <a:extLst>
              <a:ext uri="{28A0092B-C50C-407E-A947-70E740481C1C}">
                <a14:useLocalDpi xmlns:a14="http://schemas.microsoft.com/office/drawing/2010/main"/>
              </a:ext>
            </a:extLst>
          </a:blip>
          <a:stretch>
            <a:fillRect/>
          </a:stretch>
        </p:blipFill>
        <p:spPr bwMode="auto">
          <a:xfrm>
            <a:off x="11252083" y="5914800"/>
            <a:ext cx="610556" cy="640080"/>
          </a:xfrm>
          <a:prstGeom prst="rect">
            <a:avLst/>
          </a:prstGeom>
          <a:noFill/>
          <a:extLst>
            <a:ext uri="{909E8E84-426E-40DD-AFC4-6F175D3DCCD1}">
              <a14:hiddenFill xmlns:a14="http://schemas.microsoft.com/office/drawing/2010/main">
                <a:solidFill>
                  <a:srgbClr val="FFFFFF"/>
                </a:solidFill>
              </a14:hiddenFill>
            </a:ext>
          </a:extLst>
        </p:spPr>
      </p:pic>
      <p:sp>
        <p:nvSpPr>
          <p:cNvPr id="12" name="Title 1">
            <a:extLst>
              <a:ext uri="{FF2B5EF4-FFF2-40B4-BE49-F238E27FC236}">
                <a16:creationId xmlns:a16="http://schemas.microsoft.com/office/drawing/2014/main" id="{14DBA0F5-A65E-428B-AD24-DF09329EF0E7}"/>
              </a:ext>
            </a:extLst>
          </p:cNvPr>
          <p:cNvSpPr>
            <a:spLocks noGrp="1"/>
          </p:cNvSpPr>
          <p:nvPr>
            <p:ph type="title"/>
          </p:nvPr>
        </p:nvSpPr>
        <p:spPr>
          <a:xfrm>
            <a:off x="369983" y="2107732"/>
            <a:ext cx="11485746" cy="623745"/>
          </a:xfrm>
        </p:spPr>
        <p:txBody>
          <a:bodyPr anchor="ctr">
            <a:normAutofit/>
          </a:bodyPr>
          <a:lstStyle>
            <a:lvl1pPr algn="ctr">
              <a:defRPr sz="2800" b="1">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
        <p:nvSpPr>
          <p:cNvPr id="13" name="Content Placeholder 2">
            <a:extLst>
              <a:ext uri="{FF2B5EF4-FFF2-40B4-BE49-F238E27FC236}">
                <a16:creationId xmlns:a16="http://schemas.microsoft.com/office/drawing/2014/main" id="{D6A7D408-84A5-4A51-AF69-71D74DD454FE}"/>
              </a:ext>
            </a:extLst>
          </p:cNvPr>
          <p:cNvSpPr>
            <a:spLocks noGrp="1"/>
          </p:cNvSpPr>
          <p:nvPr>
            <p:ph idx="1"/>
          </p:nvPr>
        </p:nvSpPr>
        <p:spPr>
          <a:xfrm>
            <a:off x="369983" y="3530600"/>
            <a:ext cx="11485746" cy="2416934"/>
          </a:xfrm>
        </p:spPr>
        <p:txBody>
          <a:bodyPr>
            <a:normAutofit/>
          </a:bodyPr>
          <a:lstStyle>
            <a:lvl1pPr>
              <a:buClr>
                <a:schemeClr val="accent4"/>
              </a:buClr>
              <a:defRPr sz="2000">
                <a:solidFill>
                  <a:schemeClr val="tx1"/>
                </a:solidFill>
                <a:latin typeface="Arial" panose="020B0604020202020204" pitchFamily="34" charset="0"/>
                <a:cs typeface="Arial" panose="020B0604020202020204" pitchFamily="34" charset="0"/>
              </a:defRPr>
            </a:lvl1pPr>
            <a:lvl2pPr>
              <a:buClr>
                <a:schemeClr val="accent4"/>
              </a:buClr>
              <a:defRPr sz="1800">
                <a:solidFill>
                  <a:schemeClr val="tx1"/>
                </a:solidFill>
                <a:latin typeface="Arial" panose="020B0604020202020204" pitchFamily="34" charset="0"/>
                <a:cs typeface="Arial" panose="020B0604020202020204" pitchFamily="34" charset="0"/>
              </a:defRPr>
            </a:lvl2pPr>
            <a:lvl3pPr>
              <a:buClr>
                <a:schemeClr val="accent4"/>
              </a:buClr>
              <a:defRPr sz="1600">
                <a:solidFill>
                  <a:schemeClr val="tx1"/>
                </a:solidFill>
                <a:latin typeface="Arial" panose="020B0604020202020204" pitchFamily="34" charset="0"/>
                <a:cs typeface="Arial" panose="020B0604020202020204" pitchFamily="34" charset="0"/>
              </a:defRPr>
            </a:lvl3pPr>
            <a:lvl4pPr>
              <a:buClr>
                <a:schemeClr val="accent4"/>
              </a:buClr>
              <a:defRPr sz="1400">
                <a:solidFill>
                  <a:schemeClr val="tx1"/>
                </a:solidFill>
                <a:latin typeface="Arial" panose="020B0604020202020204" pitchFamily="34" charset="0"/>
                <a:cs typeface="Arial" panose="020B0604020202020204" pitchFamily="34" charset="0"/>
              </a:defRPr>
            </a:lvl4pPr>
            <a:lvl5pPr>
              <a:buClr>
                <a:schemeClr val="accent4"/>
              </a:buClr>
              <a:defRPr sz="140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Graphic 1">
            <a:extLst>
              <a:ext uri="{FF2B5EF4-FFF2-40B4-BE49-F238E27FC236}">
                <a16:creationId xmlns:a16="http://schemas.microsoft.com/office/drawing/2014/main" id="{19950CB5-4969-2586-9F4B-CD987F4B9309}"/>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274058" y="6256736"/>
            <a:ext cx="1547959" cy="233936"/>
          </a:xfrm>
          <a:prstGeom prst="rect">
            <a:avLst/>
          </a:prstGeom>
        </p:spPr>
      </p:pic>
      <p:grpSp>
        <p:nvGrpSpPr>
          <p:cNvPr id="5" name="Group 4">
            <a:extLst>
              <a:ext uri="{FF2B5EF4-FFF2-40B4-BE49-F238E27FC236}">
                <a16:creationId xmlns:a16="http://schemas.microsoft.com/office/drawing/2014/main" id="{050CEFC6-0B4B-4F85-7ACE-7AB695BBC677}"/>
              </a:ext>
            </a:extLst>
          </p:cNvPr>
          <p:cNvGrpSpPr/>
          <p:nvPr userDrawn="1"/>
        </p:nvGrpSpPr>
        <p:grpSpPr>
          <a:xfrm>
            <a:off x="0" y="0"/>
            <a:ext cx="216568" cy="6858000"/>
            <a:chOff x="0" y="199"/>
            <a:chExt cx="383458" cy="6857801"/>
          </a:xfrm>
        </p:grpSpPr>
        <p:sp>
          <p:nvSpPr>
            <p:cNvPr id="7" name="Rectangle 6">
              <a:extLst>
                <a:ext uri="{FF2B5EF4-FFF2-40B4-BE49-F238E27FC236}">
                  <a16:creationId xmlns:a16="http://schemas.microsoft.com/office/drawing/2014/main" id="{49068A36-8517-DB5C-8836-84929624F9AC}"/>
                </a:ext>
              </a:extLst>
            </p:cNvPr>
            <p:cNvSpPr/>
            <p:nvPr/>
          </p:nvSpPr>
          <p:spPr>
            <a:xfrm rot="10800000">
              <a:off x="0" y="199"/>
              <a:ext cx="383457" cy="1371560"/>
            </a:xfrm>
            <a:prstGeom prst="rect">
              <a:avLst/>
            </a:prstGeom>
            <a:solidFill>
              <a:srgbClr val="003366"/>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sz="1199">
                <a:latin typeface="Tahoma" panose="020B0604030504040204" pitchFamily="34" charset="0"/>
              </a:endParaRPr>
            </a:p>
          </p:txBody>
        </p:sp>
        <p:sp>
          <p:nvSpPr>
            <p:cNvPr id="8" name="Rectangle 7">
              <a:extLst>
                <a:ext uri="{FF2B5EF4-FFF2-40B4-BE49-F238E27FC236}">
                  <a16:creationId xmlns:a16="http://schemas.microsoft.com/office/drawing/2014/main" id="{20A19E18-F2AC-4873-A759-26B024E1BCE0}"/>
                </a:ext>
              </a:extLst>
            </p:cNvPr>
            <p:cNvSpPr/>
            <p:nvPr/>
          </p:nvSpPr>
          <p:spPr>
            <a:xfrm rot="10800000">
              <a:off x="1" y="1371759"/>
              <a:ext cx="383457" cy="1371560"/>
            </a:xfrm>
            <a:prstGeom prst="rect">
              <a:avLst/>
            </a:prstGeom>
            <a:solidFill>
              <a:srgbClr val="006699"/>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sz="1199">
                <a:latin typeface="Tahoma" panose="020B0604030504040204" pitchFamily="34" charset="0"/>
              </a:endParaRPr>
            </a:p>
          </p:txBody>
        </p:sp>
        <p:sp>
          <p:nvSpPr>
            <p:cNvPr id="9" name="Rectangle 8">
              <a:extLst>
                <a:ext uri="{FF2B5EF4-FFF2-40B4-BE49-F238E27FC236}">
                  <a16:creationId xmlns:a16="http://schemas.microsoft.com/office/drawing/2014/main" id="{8C9C7EB0-EE94-CCBA-CB01-647EE00E040C}"/>
                </a:ext>
              </a:extLst>
            </p:cNvPr>
            <p:cNvSpPr/>
            <p:nvPr/>
          </p:nvSpPr>
          <p:spPr>
            <a:xfrm rot="10800000">
              <a:off x="1" y="2743319"/>
              <a:ext cx="383457" cy="1371560"/>
            </a:xfrm>
            <a:prstGeom prst="rect">
              <a:avLst/>
            </a:prstGeom>
            <a:solidFill>
              <a:srgbClr val="1799CE"/>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sz="1199">
                <a:latin typeface="Tahoma" panose="020B0604030504040204" pitchFamily="34" charset="0"/>
              </a:endParaRPr>
            </a:p>
          </p:txBody>
        </p:sp>
        <p:sp>
          <p:nvSpPr>
            <p:cNvPr id="14" name="Rectangle 13">
              <a:extLst>
                <a:ext uri="{FF2B5EF4-FFF2-40B4-BE49-F238E27FC236}">
                  <a16:creationId xmlns:a16="http://schemas.microsoft.com/office/drawing/2014/main" id="{0F587AA1-080B-F8FA-DDDE-6F1A61AAED9A}"/>
                </a:ext>
              </a:extLst>
            </p:cNvPr>
            <p:cNvSpPr/>
            <p:nvPr/>
          </p:nvSpPr>
          <p:spPr>
            <a:xfrm rot="10800000">
              <a:off x="1" y="5486440"/>
              <a:ext cx="383457" cy="1371560"/>
            </a:xfrm>
            <a:prstGeom prst="rect">
              <a:avLst/>
            </a:prstGeom>
            <a:solidFill>
              <a:srgbClr val="F89939"/>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sz="1199">
                <a:latin typeface="Tahoma" panose="020B0604030504040204" pitchFamily="34" charset="0"/>
              </a:endParaRPr>
            </a:p>
          </p:txBody>
        </p:sp>
        <p:sp>
          <p:nvSpPr>
            <p:cNvPr id="16" name="Rectangle 15">
              <a:extLst>
                <a:ext uri="{FF2B5EF4-FFF2-40B4-BE49-F238E27FC236}">
                  <a16:creationId xmlns:a16="http://schemas.microsoft.com/office/drawing/2014/main" id="{ADB9F13A-C9A0-321B-8577-7B805FA7C7CA}"/>
                </a:ext>
              </a:extLst>
            </p:cNvPr>
            <p:cNvSpPr/>
            <p:nvPr/>
          </p:nvSpPr>
          <p:spPr>
            <a:xfrm rot="10800000">
              <a:off x="1" y="4114880"/>
              <a:ext cx="383457" cy="1371560"/>
            </a:xfrm>
            <a:prstGeom prst="rect">
              <a:avLst/>
            </a:prstGeom>
            <a:solidFill>
              <a:srgbClr val="98CD67"/>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sz="1199">
                <a:latin typeface="Tahoma" panose="020B0604030504040204" pitchFamily="34" charset="0"/>
              </a:endParaRPr>
            </a:p>
          </p:txBody>
        </p:sp>
      </p:grpSp>
      <p:sp>
        <p:nvSpPr>
          <p:cNvPr id="17" name="Text Placeholder 4">
            <a:extLst>
              <a:ext uri="{FF2B5EF4-FFF2-40B4-BE49-F238E27FC236}">
                <a16:creationId xmlns:a16="http://schemas.microsoft.com/office/drawing/2014/main" id="{FAA6A8F4-99FE-2AB3-AA05-3B2751385340}"/>
              </a:ext>
            </a:extLst>
          </p:cNvPr>
          <p:cNvSpPr>
            <a:spLocks noGrp="1"/>
          </p:cNvSpPr>
          <p:nvPr>
            <p:ph type="body" sz="quarter" idx="12" hasCustomPrompt="1"/>
          </p:nvPr>
        </p:nvSpPr>
        <p:spPr>
          <a:xfrm>
            <a:off x="370167" y="2734291"/>
            <a:ext cx="11485562" cy="306388"/>
          </a:xfrm>
        </p:spPr>
        <p:txBody>
          <a:bodyPr anchor="ctr">
            <a:noAutofit/>
          </a:bodyPr>
          <a:lstStyle>
            <a:lvl1pPr marL="0" indent="0" algn="ctr">
              <a:buNone/>
              <a:defRPr sz="2000" b="1">
                <a:solidFill>
                  <a:schemeClr val="accent4"/>
                </a:solidFill>
              </a:defRPr>
            </a:lvl1pPr>
          </a:lstStyle>
          <a:p>
            <a:pPr lvl="0"/>
            <a:r>
              <a:rPr lang="en-US"/>
              <a:t>CLICK TO EDIT SUBTITLE</a:t>
            </a:r>
            <a:endParaRPr lang="en-PH"/>
          </a:p>
        </p:txBody>
      </p:sp>
      <p:sp>
        <p:nvSpPr>
          <p:cNvPr id="19" name="Title 1">
            <a:extLst>
              <a:ext uri="{FF2B5EF4-FFF2-40B4-BE49-F238E27FC236}">
                <a16:creationId xmlns:a16="http://schemas.microsoft.com/office/drawing/2014/main" id="{DDF83115-1945-CBBA-CB77-A16EB700D54D}"/>
              </a:ext>
            </a:extLst>
          </p:cNvPr>
          <p:cNvSpPr txBox="1"/>
          <p:nvPr userDrawn="1"/>
        </p:nvSpPr>
        <p:spPr>
          <a:xfrm>
            <a:off x="369983" y="514350"/>
            <a:ext cx="11485746" cy="942309"/>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2800" b="1" kern="1200">
                <a:solidFill>
                  <a:schemeClr val="accent1"/>
                </a:solidFill>
                <a:latin typeface="Arial"/>
                <a:ea typeface="Arial"/>
                <a:cs typeface="Arial"/>
              </a:defRPr>
            </a:lvl1pPr>
          </a:lstStyle>
          <a:p>
            <a:r>
              <a:rPr lang="en-US"/>
              <a:t>Click to edit Master title style</a:t>
            </a:r>
            <a:br>
              <a:rPr lang="en-US"/>
            </a:br>
            <a:endParaRPr lang="en-US"/>
          </a:p>
        </p:txBody>
      </p:sp>
    </p:spTree>
    <p:extLst>
      <p:ext uri="{BB962C8B-B14F-4D97-AF65-F5344CB8AC3E}">
        <p14:creationId xmlns:p14="http://schemas.microsoft.com/office/powerpoint/2010/main" val="7057221"/>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Content_Half_WH-MB3">
    <p:spTree>
      <p:nvGrpSpPr>
        <p:cNvPr id="1" name=""/>
        <p:cNvGrpSpPr/>
        <p:nvPr/>
      </p:nvGrpSpPr>
      <p:grpSpPr>
        <a:xfrm>
          <a:off x="0" y="0"/>
          <a:ext cx="0" cy="0"/>
          <a:chOff x="0" y="0"/>
          <a:chExt cx="0" cy="0"/>
        </a:xfrm>
      </p:grpSpPr>
      <p:sp>
        <p:nvSpPr>
          <p:cNvPr id="10" name="Footer Placeholder 4">
            <a:extLst>
              <a:ext uri="{FF2B5EF4-FFF2-40B4-BE49-F238E27FC236}">
                <a16:creationId xmlns:a16="http://schemas.microsoft.com/office/drawing/2014/main" id="{9CDC86BC-7394-C843-B168-21E519D864B3}"/>
              </a:ext>
            </a:extLst>
          </p:cNvPr>
          <p:cNvSpPr>
            <a:spLocks noGrp="1"/>
          </p:cNvSpPr>
          <p:nvPr>
            <p:ph type="ftr" sz="quarter" idx="3"/>
          </p:nvPr>
        </p:nvSpPr>
        <p:spPr>
          <a:xfrm>
            <a:off x="632013" y="6176963"/>
            <a:ext cx="3852770" cy="365125"/>
          </a:xfrm>
          <a:prstGeom prst="rect">
            <a:avLst/>
          </a:prstGeom>
        </p:spPr>
        <p:txBody>
          <a:bodyPr vert="horz" lIns="91440" tIns="45720" rIns="91440" bIns="45720" rtlCol="0" anchor="ctr"/>
          <a:lstStyle>
            <a:lvl1pPr algn="l">
              <a:defRPr lang="en-US" b="0" i="0" smtClean="0">
                <a:solidFill>
                  <a:schemeClr val="tx2"/>
                </a:solidFill>
                <a:effectLst/>
                <a:latin typeface="Arial" panose="020B0604020202020204" pitchFamily="34" charset="0"/>
                <a:cs typeface="Arial" panose="020B0604020202020204" pitchFamily="34" charset="0"/>
              </a:defRPr>
            </a:lvl1pPr>
          </a:lstStyle>
          <a:p>
            <a:r>
              <a:rPr lang="en-US"/>
              <a:t>// © 2024 Prolifics, Inc. All Rights Reserved. </a:t>
            </a:r>
            <a:endParaRPr lang="en-PH"/>
          </a:p>
        </p:txBody>
      </p:sp>
      <p:sp>
        <p:nvSpPr>
          <p:cNvPr id="11" name="Slide Number Placeholder 5">
            <a:extLst>
              <a:ext uri="{FF2B5EF4-FFF2-40B4-BE49-F238E27FC236}">
                <a16:creationId xmlns:a16="http://schemas.microsoft.com/office/drawing/2014/main" id="{86462C74-1694-6544-ABCA-1ECFD0CC5709}"/>
              </a:ext>
            </a:extLst>
          </p:cNvPr>
          <p:cNvSpPr>
            <a:spLocks noGrp="1"/>
          </p:cNvSpPr>
          <p:nvPr>
            <p:ph type="sldNum" sz="quarter" idx="4"/>
          </p:nvPr>
        </p:nvSpPr>
        <p:spPr>
          <a:xfrm>
            <a:off x="369983" y="6176963"/>
            <a:ext cx="365123" cy="371287"/>
          </a:xfrm>
          <a:prstGeom prst="rect">
            <a:avLst/>
          </a:prstGeom>
        </p:spPr>
        <p:txBody>
          <a:bodyPr vert="horz" lIns="91440" tIns="45720" rIns="91440" bIns="45720" rtlCol="0" anchor="ctr"/>
          <a:lstStyle>
            <a:lvl1pPr algn="l">
              <a:defRPr sz="900">
                <a:solidFill>
                  <a:schemeClr val="tx2"/>
                </a:solidFill>
                <a:latin typeface="Arial" panose="020B0604020202020204" pitchFamily="34" charset="0"/>
                <a:ea typeface="Arial" panose="020B0604020202020204" pitchFamily="34" charset="0"/>
                <a:cs typeface="Arial" panose="020B0604020202020204" pitchFamily="34" charset="0"/>
              </a:defRPr>
            </a:lvl1pPr>
          </a:lstStyle>
          <a:p>
            <a:fld id="{C6CDCA4D-B942-BC47-92B6-393DE0C99508}" type="slidenum">
              <a:rPr lang="en-US" smtClean="0"/>
              <a:t>‹#›</a:t>
            </a:fld>
            <a:endParaRPr lang="en-US"/>
          </a:p>
        </p:txBody>
      </p:sp>
      <p:pic>
        <p:nvPicPr>
          <p:cNvPr id="15" name="Picture 14" descr="https://lh6.googleusercontent.com/AZ-yz1hS3IciBSwf2JdOH7_V_4OWt4k9BflYy40KWBa_ObUKx58xRnmeEhXg306lg2KI3Bd-nTiPUja37KLwfMeP3G6BV4I6MG-CEEoKR5-ODa7oaX1wo145hVof7te_dydnqHU5HNo">
            <a:extLst>
              <a:ext uri="{FF2B5EF4-FFF2-40B4-BE49-F238E27FC236}">
                <a16:creationId xmlns:a16="http://schemas.microsoft.com/office/drawing/2014/main" id="{F9908C25-EF94-4607-A4F5-04B22ABFBD65}"/>
              </a:ext>
            </a:extLst>
          </p:cNvPr>
          <p:cNvPicPr>
            <a:picLocks noChangeAspect="1" noChangeArrowheads="1"/>
          </p:cNvPicPr>
          <p:nvPr/>
        </p:nvPicPr>
        <p:blipFill>
          <a:blip r:embed="rId2">
            <a:extLst>
              <a:ext uri="{28A0092B-C50C-407E-A947-70E740481C1C}">
                <a14:useLocalDpi xmlns:a14="http://schemas.microsoft.com/office/drawing/2010/main"/>
              </a:ext>
            </a:extLst>
          </a:blip>
          <a:stretch>
            <a:fillRect/>
          </a:stretch>
        </p:blipFill>
        <p:spPr bwMode="auto">
          <a:xfrm>
            <a:off x="11252083" y="5914800"/>
            <a:ext cx="610556" cy="640080"/>
          </a:xfrm>
          <a:prstGeom prst="rect">
            <a:avLst/>
          </a:prstGeom>
          <a:noFill/>
          <a:extLst>
            <a:ext uri="{909E8E84-426E-40DD-AFC4-6F175D3DCCD1}">
              <a14:hiddenFill xmlns:a14="http://schemas.microsoft.com/office/drawing/2010/main">
                <a:solidFill>
                  <a:srgbClr val="FFFFFF"/>
                </a:solidFill>
              </a14:hiddenFill>
            </a:ext>
          </a:extLst>
        </p:spPr>
      </p:pic>
      <p:sp>
        <p:nvSpPr>
          <p:cNvPr id="12" name="Title 1">
            <a:extLst>
              <a:ext uri="{FF2B5EF4-FFF2-40B4-BE49-F238E27FC236}">
                <a16:creationId xmlns:a16="http://schemas.microsoft.com/office/drawing/2014/main" id="{14DBA0F5-A65E-428B-AD24-DF09329EF0E7}"/>
              </a:ext>
            </a:extLst>
          </p:cNvPr>
          <p:cNvSpPr>
            <a:spLocks noGrp="1"/>
          </p:cNvSpPr>
          <p:nvPr>
            <p:ph type="title"/>
          </p:nvPr>
        </p:nvSpPr>
        <p:spPr>
          <a:xfrm>
            <a:off x="369983" y="2107732"/>
            <a:ext cx="11485746" cy="623745"/>
          </a:xfrm>
        </p:spPr>
        <p:txBody>
          <a:bodyPr anchor="ctr">
            <a:normAutofit/>
          </a:bodyPr>
          <a:lstStyle>
            <a:lvl1pPr algn="ctr">
              <a:defRPr sz="2800" b="1">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
        <p:nvSpPr>
          <p:cNvPr id="13" name="Content Placeholder 2">
            <a:extLst>
              <a:ext uri="{FF2B5EF4-FFF2-40B4-BE49-F238E27FC236}">
                <a16:creationId xmlns:a16="http://schemas.microsoft.com/office/drawing/2014/main" id="{D6A7D408-84A5-4A51-AF69-71D74DD454FE}"/>
              </a:ext>
            </a:extLst>
          </p:cNvPr>
          <p:cNvSpPr>
            <a:spLocks noGrp="1"/>
          </p:cNvSpPr>
          <p:nvPr>
            <p:ph idx="1"/>
          </p:nvPr>
        </p:nvSpPr>
        <p:spPr>
          <a:xfrm>
            <a:off x="369983" y="3530600"/>
            <a:ext cx="11485746" cy="2416934"/>
          </a:xfrm>
        </p:spPr>
        <p:txBody>
          <a:bodyPr>
            <a:normAutofit/>
          </a:bodyPr>
          <a:lstStyle>
            <a:lvl1pPr>
              <a:buClr>
                <a:schemeClr val="accent4"/>
              </a:buClr>
              <a:defRPr sz="2000">
                <a:solidFill>
                  <a:schemeClr val="tx1"/>
                </a:solidFill>
                <a:latin typeface="Arial" panose="020B0604020202020204" pitchFamily="34" charset="0"/>
                <a:cs typeface="Arial" panose="020B0604020202020204" pitchFamily="34" charset="0"/>
              </a:defRPr>
            </a:lvl1pPr>
            <a:lvl2pPr>
              <a:buClr>
                <a:schemeClr val="accent4"/>
              </a:buClr>
              <a:defRPr sz="1800">
                <a:solidFill>
                  <a:schemeClr val="tx1"/>
                </a:solidFill>
                <a:latin typeface="Arial" panose="020B0604020202020204" pitchFamily="34" charset="0"/>
                <a:cs typeface="Arial" panose="020B0604020202020204" pitchFamily="34" charset="0"/>
              </a:defRPr>
            </a:lvl2pPr>
            <a:lvl3pPr>
              <a:buClr>
                <a:schemeClr val="accent4"/>
              </a:buClr>
              <a:defRPr sz="1600">
                <a:solidFill>
                  <a:schemeClr val="tx1"/>
                </a:solidFill>
                <a:latin typeface="Arial" panose="020B0604020202020204" pitchFamily="34" charset="0"/>
                <a:cs typeface="Arial" panose="020B0604020202020204" pitchFamily="34" charset="0"/>
              </a:defRPr>
            </a:lvl3pPr>
            <a:lvl4pPr>
              <a:buClr>
                <a:schemeClr val="accent4"/>
              </a:buClr>
              <a:defRPr sz="1400">
                <a:solidFill>
                  <a:schemeClr val="tx1"/>
                </a:solidFill>
                <a:latin typeface="Arial" panose="020B0604020202020204" pitchFamily="34" charset="0"/>
                <a:cs typeface="Arial" panose="020B0604020202020204" pitchFamily="34" charset="0"/>
              </a:defRPr>
            </a:lvl4pPr>
            <a:lvl5pPr>
              <a:buClr>
                <a:schemeClr val="accent4"/>
              </a:buClr>
              <a:defRPr sz="140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Graphic 1">
            <a:extLst>
              <a:ext uri="{FF2B5EF4-FFF2-40B4-BE49-F238E27FC236}">
                <a16:creationId xmlns:a16="http://schemas.microsoft.com/office/drawing/2014/main" id="{19950CB5-4969-2586-9F4B-CD987F4B9309}"/>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274058" y="6256736"/>
            <a:ext cx="1547959" cy="233936"/>
          </a:xfrm>
          <a:prstGeom prst="rect">
            <a:avLst/>
          </a:prstGeom>
        </p:spPr>
      </p:pic>
      <p:sp>
        <p:nvSpPr>
          <p:cNvPr id="4" name="Picture Placeholder 3">
            <a:extLst>
              <a:ext uri="{FF2B5EF4-FFF2-40B4-BE49-F238E27FC236}">
                <a16:creationId xmlns:a16="http://schemas.microsoft.com/office/drawing/2014/main" id="{BAD4F7BF-744D-FF4B-59BD-8BEA4C3B1581}"/>
              </a:ext>
            </a:extLst>
          </p:cNvPr>
          <p:cNvSpPr>
            <a:spLocks noGrp="1"/>
          </p:cNvSpPr>
          <p:nvPr>
            <p:ph type="pic" sz="quarter" idx="10"/>
          </p:nvPr>
        </p:nvSpPr>
        <p:spPr>
          <a:xfrm>
            <a:off x="216568" y="0"/>
            <a:ext cx="11975432" cy="2107732"/>
          </a:xfrm>
        </p:spPr>
        <p:txBody>
          <a:bodyPr/>
          <a:lstStyle/>
          <a:p>
            <a:endParaRPr lang="en-US"/>
          </a:p>
        </p:txBody>
      </p:sp>
      <p:grpSp>
        <p:nvGrpSpPr>
          <p:cNvPr id="5" name="Group 4">
            <a:extLst>
              <a:ext uri="{FF2B5EF4-FFF2-40B4-BE49-F238E27FC236}">
                <a16:creationId xmlns:a16="http://schemas.microsoft.com/office/drawing/2014/main" id="{050CEFC6-0B4B-4F85-7ACE-7AB695BBC677}"/>
              </a:ext>
            </a:extLst>
          </p:cNvPr>
          <p:cNvGrpSpPr/>
          <p:nvPr userDrawn="1"/>
        </p:nvGrpSpPr>
        <p:grpSpPr>
          <a:xfrm>
            <a:off x="0" y="0"/>
            <a:ext cx="216568" cy="6858000"/>
            <a:chOff x="0" y="199"/>
            <a:chExt cx="383458" cy="6857801"/>
          </a:xfrm>
        </p:grpSpPr>
        <p:sp>
          <p:nvSpPr>
            <p:cNvPr id="7" name="Rectangle 6">
              <a:extLst>
                <a:ext uri="{FF2B5EF4-FFF2-40B4-BE49-F238E27FC236}">
                  <a16:creationId xmlns:a16="http://schemas.microsoft.com/office/drawing/2014/main" id="{49068A36-8517-DB5C-8836-84929624F9AC}"/>
                </a:ext>
              </a:extLst>
            </p:cNvPr>
            <p:cNvSpPr/>
            <p:nvPr/>
          </p:nvSpPr>
          <p:spPr>
            <a:xfrm rot="10800000">
              <a:off x="0" y="199"/>
              <a:ext cx="383457" cy="1371560"/>
            </a:xfrm>
            <a:prstGeom prst="rect">
              <a:avLst/>
            </a:prstGeom>
            <a:solidFill>
              <a:srgbClr val="003366"/>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sz="1199">
                <a:latin typeface="Tahoma" panose="020B0604030504040204" pitchFamily="34" charset="0"/>
              </a:endParaRPr>
            </a:p>
          </p:txBody>
        </p:sp>
        <p:sp>
          <p:nvSpPr>
            <p:cNvPr id="8" name="Rectangle 7">
              <a:extLst>
                <a:ext uri="{FF2B5EF4-FFF2-40B4-BE49-F238E27FC236}">
                  <a16:creationId xmlns:a16="http://schemas.microsoft.com/office/drawing/2014/main" id="{20A19E18-F2AC-4873-A759-26B024E1BCE0}"/>
                </a:ext>
              </a:extLst>
            </p:cNvPr>
            <p:cNvSpPr/>
            <p:nvPr/>
          </p:nvSpPr>
          <p:spPr>
            <a:xfrm rot="10800000">
              <a:off x="1" y="1371759"/>
              <a:ext cx="383457" cy="1371560"/>
            </a:xfrm>
            <a:prstGeom prst="rect">
              <a:avLst/>
            </a:prstGeom>
            <a:solidFill>
              <a:srgbClr val="006699"/>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sz="1199">
                <a:latin typeface="Tahoma" panose="020B0604030504040204" pitchFamily="34" charset="0"/>
              </a:endParaRPr>
            </a:p>
          </p:txBody>
        </p:sp>
        <p:sp>
          <p:nvSpPr>
            <p:cNvPr id="9" name="Rectangle 8">
              <a:extLst>
                <a:ext uri="{FF2B5EF4-FFF2-40B4-BE49-F238E27FC236}">
                  <a16:creationId xmlns:a16="http://schemas.microsoft.com/office/drawing/2014/main" id="{8C9C7EB0-EE94-CCBA-CB01-647EE00E040C}"/>
                </a:ext>
              </a:extLst>
            </p:cNvPr>
            <p:cNvSpPr/>
            <p:nvPr/>
          </p:nvSpPr>
          <p:spPr>
            <a:xfrm rot="10800000">
              <a:off x="1" y="2743319"/>
              <a:ext cx="383457" cy="1371560"/>
            </a:xfrm>
            <a:prstGeom prst="rect">
              <a:avLst/>
            </a:prstGeom>
            <a:solidFill>
              <a:srgbClr val="1799CE"/>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sz="1199">
                <a:latin typeface="Tahoma" panose="020B0604030504040204" pitchFamily="34" charset="0"/>
              </a:endParaRPr>
            </a:p>
          </p:txBody>
        </p:sp>
        <p:sp>
          <p:nvSpPr>
            <p:cNvPr id="14" name="Rectangle 13">
              <a:extLst>
                <a:ext uri="{FF2B5EF4-FFF2-40B4-BE49-F238E27FC236}">
                  <a16:creationId xmlns:a16="http://schemas.microsoft.com/office/drawing/2014/main" id="{0F587AA1-080B-F8FA-DDDE-6F1A61AAED9A}"/>
                </a:ext>
              </a:extLst>
            </p:cNvPr>
            <p:cNvSpPr/>
            <p:nvPr/>
          </p:nvSpPr>
          <p:spPr>
            <a:xfrm rot="10800000">
              <a:off x="1" y="5486440"/>
              <a:ext cx="383457" cy="1371560"/>
            </a:xfrm>
            <a:prstGeom prst="rect">
              <a:avLst/>
            </a:prstGeom>
            <a:solidFill>
              <a:srgbClr val="F89939"/>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sz="1199">
                <a:latin typeface="Tahoma" panose="020B0604030504040204" pitchFamily="34" charset="0"/>
              </a:endParaRPr>
            </a:p>
          </p:txBody>
        </p:sp>
        <p:sp>
          <p:nvSpPr>
            <p:cNvPr id="16" name="Rectangle 15">
              <a:extLst>
                <a:ext uri="{FF2B5EF4-FFF2-40B4-BE49-F238E27FC236}">
                  <a16:creationId xmlns:a16="http://schemas.microsoft.com/office/drawing/2014/main" id="{ADB9F13A-C9A0-321B-8577-7B805FA7C7CA}"/>
                </a:ext>
              </a:extLst>
            </p:cNvPr>
            <p:cNvSpPr/>
            <p:nvPr/>
          </p:nvSpPr>
          <p:spPr>
            <a:xfrm rot="10800000">
              <a:off x="1" y="4114880"/>
              <a:ext cx="383457" cy="1371560"/>
            </a:xfrm>
            <a:prstGeom prst="rect">
              <a:avLst/>
            </a:prstGeom>
            <a:solidFill>
              <a:srgbClr val="98CD67"/>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sz="1199">
                <a:latin typeface="Tahoma" panose="020B0604030504040204" pitchFamily="34" charset="0"/>
              </a:endParaRPr>
            </a:p>
          </p:txBody>
        </p:sp>
      </p:grpSp>
    </p:spTree>
    <p:extLst>
      <p:ext uri="{BB962C8B-B14F-4D97-AF65-F5344CB8AC3E}">
        <p14:creationId xmlns:p14="http://schemas.microsoft.com/office/powerpoint/2010/main" val="485997624"/>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 Layou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22D02F8-6DE3-48CB-95C3-51E84C546C95}"/>
              </a:ext>
            </a:extLst>
          </p:cNvPr>
          <p:cNvSpPr>
            <a:spLocks noGrp="1"/>
          </p:cNvSpPr>
          <p:nvPr>
            <p:ph type="title" hasCustomPrompt="1"/>
          </p:nvPr>
        </p:nvSpPr>
        <p:spPr>
          <a:xfrm>
            <a:off x="1380781" y="514350"/>
            <a:ext cx="10441236" cy="539492"/>
          </a:xfrm>
        </p:spPr>
        <p:txBody>
          <a:bodyPr anchor="t">
            <a:normAutofit/>
          </a:bodyPr>
          <a:lstStyle>
            <a:lvl1pPr algn="l">
              <a:defRPr sz="2800" b="1">
                <a:solidFill>
                  <a:schemeClr val="accent1"/>
                </a:solidFill>
                <a:latin typeface="Arial" panose="020B0604020202020204" pitchFamily="34" charset="0"/>
                <a:cs typeface="Arial" panose="020B0604020202020204" pitchFamily="34" charset="0"/>
              </a:defRPr>
            </a:lvl1pPr>
          </a:lstStyle>
          <a:p>
            <a:r>
              <a:rPr lang="en-US"/>
              <a:t>Click to edit Master title style</a:t>
            </a:r>
            <a:br>
              <a:rPr lang="en-US"/>
            </a:br>
            <a:endParaRPr lang="en-US"/>
          </a:p>
        </p:txBody>
      </p:sp>
      <p:sp>
        <p:nvSpPr>
          <p:cNvPr id="3" name="Footer Placeholder 2">
            <a:extLst>
              <a:ext uri="{FF2B5EF4-FFF2-40B4-BE49-F238E27FC236}">
                <a16:creationId xmlns:a16="http://schemas.microsoft.com/office/drawing/2014/main" id="{AF95E188-A7CB-4D90-9910-590989AC180A}"/>
              </a:ext>
            </a:extLst>
          </p:cNvPr>
          <p:cNvSpPr>
            <a:spLocks noGrp="1"/>
          </p:cNvSpPr>
          <p:nvPr>
            <p:ph type="ftr" sz="quarter" idx="10"/>
          </p:nvPr>
        </p:nvSpPr>
        <p:spPr>
          <a:xfrm>
            <a:off x="1270367" y="6176963"/>
            <a:ext cx="3852770" cy="365125"/>
          </a:xfrm>
        </p:spPr>
        <p:txBody>
          <a:bodyPr/>
          <a:lstStyle>
            <a:lvl1pPr>
              <a:defRPr>
                <a:latin typeface="Arial" panose="020B0604020202020204" pitchFamily="34" charset="0"/>
                <a:cs typeface="Arial" panose="020B0604020202020204" pitchFamily="34" charset="0"/>
              </a:defRPr>
            </a:lvl1pPr>
          </a:lstStyle>
          <a:p>
            <a:r>
              <a:rPr lang="en-US"/>
              <a:t>// © 2024 Prolifics, Inc. All Rights Reserved. </a:t>
            </a:r>
            <a:endParaRPr lang="en-PH"/>
          </a:p>
        </p:txBody>
      </p:sp>
      <p:sp>
        <p:nvSpPr>
          <p:cNvPr id="4" name="Slide Number Placeholder 3">
            <a:extLst>
              <a:ext uri="{FF2B5EF4-FFF2-40B4-BE49-F238E27FC236}">
                <a16:creationId xmlns:a16="http://schemas.microsoft.com/office/drawing/2014/main" id="{51B30C0C-79C9-4F44-B488-F5B91288F8BF}"/>
              </a:ext>
            </a:extLst>
          </p:cNvPr>
          <p:cNvSpPr>
            <a:spLocks noGrp="1"/>
          </p:cNvSpPr>
          <p:nvPr>
            <p:ph type="sldNum" sz="quarter" idx="11"/>
          </p:nvPr>
        </p:nvSpPr>
        <p:spPr>
          <a:xfrm>
            <a:off x="1008337" y="6176963"/>
            <a:ext cx="365123" cy="371287"/>
          </a:xfrm>
        </p:spPr>
        <p:txBody>
          <a:bodyPr/>
          <a:lstStyle>
            <a:lvl1pPr>
              <a:defRPr>
                <a:latin typeface="Arial" panose="020B0604020202020204" pitchFamily="34" charset="0"/>
                <a:cs typeface="Arial" panose="020B0604020202020204" pitchFamily="34" charset="0"/>
              </a:defRPr>
            </a:lvl1pPr>
          </a:lstStyle>
          <a:p>
            <a:fld id="{C6CDCA4D-B942-BC47-92B6-393DE0C99508}" type="slidenum">
              <a:rPr lang="en-US" smtClean="0"/>
              <a:t>‹#›</a:t>
            </a:fld>
            <a:endParaRPr lang="en-US"/>
          </a:p>
        </p:txBody>
      </p:sp>
      <p:sp>
        <p:nvSpPr>
          <p:cNvPr id="16" name="Picture Placeholder 15">
            <a:extLst>
              <a:ext uri="{FF2B5EF4-FFF2-40B4-BE49-F238E27FC236}">
                <a16:creationId xmlns:a16="http://schemas.microsoft.com/office/drawing/2014/main" id="{8B7EEC02-A46B-4A7D-BD09-DBFFD03F8D28}"/>
              </a:ext>
            </a:extLst>
          </p:cNvPr>
          <p:cNvSpPr>
            <a:spLocks noGrp="1"/>
          </p:cNvSpPr>
          <p:nvPr>
            <p:ph type="pic" sz="quarter" idx="28"/>
          </p:nvPr>
        </p:nvSpPr>
        <p:spPr>
          <a:xfrm>
            <a:off x="0" y="1"/>
            <a:ext cx="1380781" cy="6858000"/>
          </a:xfrm>
        </p:spPr>
        <p:txBody>
          <a:bodyPr>
            <a:normAutofit/>
          </a:bodyPr>
          <a:lstStyle>
            <a:lvl1pPr marL="0" indent="0" algn="ctr">
              <a:buNone/>
              <a:defRPr sz="1800">
                <a:latin typeface="Arial" panose="020B0604020202020204" pitchFamily="34" charset="0"/>
                <a:cs typeface="Arial" panose="020B0604020202020204" pitchFamily="34" charset="0"/>
              </a:defRPr>
            </a:lvl1pPr>
          </a:lstStyle>
          <a:p>
            <a:r>
              <a:rPr lang="en-US"/>
              <a:t>Click icon to add picture</a:t>
            </a:r>
          </a:p>
        </p:txBody>
      </p:sp>
      <p:sp>
        <p:nvSpPr>
          <p:cNvPr id="48" name="Text Placeholder 38">
            <a:extLst>
              <a:ext uri="{FF2B5EF4-FFF2-40B4-BE49-F238E27FC236}">
                <a16:creationId xmlns:a16="http://schemas.microsoft.com/office/drawing/2014/main" id="{9D5C010D-625C-497A-9EFE-C47BFDABB161}"/>
              </a:ext>
            </a:extLst>
          </p:cNvPr>
          <p:cNvSpPr>
            <a:spLocks noGrp="1"/>
          </p:cNvSpPr>
          <p:nvPr>
            <p:ph type="body" sz="quarter" idx="29" hasCustomPrompt="1"/>
          </p:nvPr>
        </p:nvSpPr>
        <p:spPr>
          <a:xfrm>
            <a:off x="1015660" y="6548249"/>
            <a:ext cx="744560" cy="320229"/>
          </a:xfrm>
        </p:spPr>
        <p:txBody>
          <a:bodyPr anchor="ctr">
            <a:normAutofit/>
          </a:bodyPr>
          <a:lstStyle>
            <a:lvl1pPr marL="0" indent="0" algn="l">
              <a:buNone/>
              <a:defRPr sz="900" b="0">
                <a:solidFill>
                  <a:schemeClr val="tx2"/>
                </a:solidFill>
                <a:latin typeface="Arial" panose="020B0604020202020204" pitchFamily="34" charset="0"/>
                <a:cs typeface="Arial" panose="020B0604020202020204" pitchFamily="34" charset="0"/>
              </a:defRPr>
            </a:lvl1pPr>
          </a:lstStyle>
          <a:p>
            <a:pPr lvl="0"/>
            <a:r>
              <a:rPr lang="en-US"/>
              <a:t>Meta-tag</a:t>
            </a:r>
          </a:p>
        </p:txBody>
      </p:sp>
      <p:pic>
        <p:nvPicPr>
          <p:cNvPr id="2" name="Graphic 1">
            <a:extLst>
              <a:ext uri="{FF2B5EF4-FFF2-40B4-BE49-F238E27FC236}">
                <a16:creationId xmlns:a16="http://schemas.microsoft.com/office/drawing/2014/main" id="{C9F7D115-36E8-DA78-FCB0-4B7D8FAD65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74058" y="6256736"/>
            <a:ext cx="1547959" cy="233936"/>
          </a:xfrm>
          <a:prstGeom prst="rect">
            <a:avLst/>
          </a:prstGeom>
        </p:spPr>
      </p:pic>
      <p:grpSp>
        <p:nvGrpSpPr>
          <p:cNvPr id="5" name="Group 4">
            <a:extLst>
              <a:ext uri="{FF2B5EF4-FFF2-40B4-BE49-F238E27FC236}">
                <a16:creationId xmlns:a16="http://schemas.microsoft.com/office/drawing/2014/main" id="{A63BD543-B727-8164-462A-3A7C13AFABE8}"/>
              </a:ext>
            </a:extLst>
          </p:cNvPr>
          <p:cNvGrpSpPr/>
          <p:nvPr userDrawn="1"/>
        </p:nvGrpSpPr>
        <p:grpSpPr>
          <a:xfrm>
            <a:off x="0" y="0"/>
            <a:ext cx="216568" cy="6858000"/>
            <a:chOff x="0" y="199"/>
            <a:chExt cx="383458" cy="6857801"/>
          </a:xfrm>
        </p:grpSpPr>
        <p:sp>
          <p:nvSpPr>
            <p:cNvPr id="7" name="Rectangle 6">
              <a:extLst>
                <a:ext uri="{FF2B5EF4-FFF2-40B4-BE49-F238E27FC236}">
                  <a16:creationId xmlns:a16="http://schemas.microsoft.com/office/drawing/2014/main" id="{84EF2092-87C8-ED65-EC46-750E8E0EC2D1}"/>
                </a:ext>
              </a:extLst>
            </p:cNvPr>
            <p:cNvSpPr/>
            <p:nvPr/>
          </p:nvSpPr>
          <p:spPr>
            <a:xfrm rot="10800000">
              <a:off x="0" y="199"/>
              <a:ext cx="383457" cy="1371560"/>
            </a:xfrm>
            <a:prstGeom prst="rect">
              <a:avLst/>
            </a:prstGeom>
            <a:solidFill>
              <a:srgbClr val="003366"/>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sz="1199">
                <a:latin typeface="Tahoma" panose="020B0604030504040204" pitchFamily="34" charset="0"/>
              </a:endParaRPr>
            </a:p>
          </p:txBody>
        </p:sp>
        <p:sp>
          <p:nvSpPr>
            <p:cNvPr id="8" name="Rectangle 7">
              <a:extLst>
                <a:ext uri="{FF2B5EF4-FFF2-40B4-BE49-F238E27FC236}">
                  <a16:creationId xmlns:a16="http://schemas.microsoft.com/office/drawing/2014/main" id="{0BF59F59-331C-4E03-3EA7-D39E5A1BD5FD}"/>
                </a:ext>
              </a:extLst>
            </p:cNvPr>
            <p:cNvSpPr/>
            <p:nvPr/>
          </p:nvSpPr>
          <p:spPr>
            <a:xfrm rot="10800000">
              <a:off x="1" y="1371759"/>
              <a:ext cx="383457" cy="1371560"/>
            </a:xfrm>
            <a:prstGeom prst="rect">
              <a:avLst/>
            </a:prstGeom>
            <a:solidFill>
              <a:srgbClr val="006699"/>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sz="1199">
                <a:latin typeface="Tahoma" panose="020B0604030504040204" pitchFamily="34" charset="0"/>
              </a:endParaRPr>
            </a:p>
          </p:txBody>
        </p:sp>
        <p:sp>
          <p:nvSpPr>
            <p:cNvPr id="9" name="Rectangle 8">
              <a:extLst>
                <a:ext uri="{FF2B5EF4-FFF2-40B4-BE49-F238E27FC236}">
                  <a16:creationId xmlns:a16="http://schemas.microsoft.com/office/drawing/2014/main" id="{E8EAEF56-6621-5E27-F704-7738C860D358}"/>
                </a:ext>
              </a:extLst>
            </p:cNvPr>
            <p:cNvSpPr/>
            <p:nvPr/>
          </p:nvSpPr>
          <p:spPr>
            <a:xfrm rot="10800000">
              <a:off x="1" y="2743319"/>
              <a:ext cx="383457" cy="1371560"/>
            </a:xfrm>
            <a:prstGeom prst="rect">
              <a:avLst/>
            </a:prstGeom>
            <a:solidFill>
              <a:srgbClr val="1799CE"/>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sz="1199">
                <a:latin typeface="Tahoma" panose="020B0604030504040204" pitchFamily="34" charset="0"/>
              </a:endParaRPr>
            </a:p>
          </p:txBody>
        </p:sp>
        <p:sp>
          <p:nvSpPr>
            <p:cNvPr id="10" name="Rectangle 9">
              <a:extLst>
                <a:ext uri="{FF2B5EF4-FFF2-40B4-BE49-F238E27FC236}">
                  <a16:creationId xmlns:a16="http://schemas.microsoft.com/office/drawing/2014/main" id="{8BB99AC5-CD32-B2FF-BEED-91576695AB27}"/>
                </a:ext>
              </a:extLst>
            </p:cNvPr>
            <p:cNvSpPr/>
            <p:nvPr/>
          </p:nvSpPr>
          <p:spPr>
            <a:xfrm rot="10800000">
              <a:off x="1" y="5486440"/>
              <a:ext cx="383457" cy="1371560"/>
            </a:xfrm>
            <a:prstGeom prst="rect">
              <a:avLst/>
            </a:prstGeom>
            <a:solidFill>
              <a:srgbClr val="F89939"/>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sz="1199">
                <a:latin typeface="Tahoma" panose="020B0604030504040204" pitchFamily="34" charset="0"/>
              </a:endParaRPr>
            </a:p>
          </p:txBody>
        </p:sp>
        <p:sp>
          <p:nvSpPr>
            <p:cNvPr id="11" name="Rectangle 10">
              <a:extLst>
                <a:ext uri="{FF2B5EF4-FFF2-40B4-BE49-F238E27FC236}">
                  <a16:creationId xmlns:a16="http://schemas.microsoft.com/office/drawing/2014/main" id="{DA6D4AEB-45C3-456E-4223-C8F6A40A7B3D}"/>
                </a:ext>
              </a:extLst>
            </p:cNvPr>
            <p:cNvSpPr/>
            <p:nvPr/>
          </p:nvSpPr>
          <p:spPr>
            <a:xfrm rot="10800000">
              <a:off x="1" y="4114880"/>
              <a:ext cx="383457" cy="1371560"/>
            </a:xfrm>
            <a:prstGeom prst="rect">
              <a:avLst/>
            </a:prstGeom>
            <a:solidFill>
              <a:srgbClr val="98CD67"/>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sz="1199">
                <a:latin typeface="Tahoma" panose="020B0604030504040204" pitchFamily="34" charset="0"/>
              </a:endParaRPr>
            </a:p>
          </p:txBody>
        </p:sp>
      </p:grpSp>
      <p:sp>
        <p:nvSpPr>
          <p:cNvPr id="12" name="Text Placeholder 4">
            <a:extLst>
              <a:ext uri="{FF2B5EF4-FFF2-40B4-BE49-F238E27FC236}">
                <a16:creationId xmlns:a16="http://schemas.microsoft.com/office/drawing/2014/main" id="{619139EC-D025-9236-518A-90A43B2DBDC1}"/>
              </a:ext>
            </a:extLst>
          </p:cNvPr>
          <p:cNvSpPr>
            <a:spLocks noGrp="1"/>
          </p:cNvSpPr>
          <p:nvPr>
            <p:ph type="body" sz="quarter" idx="12" hasCustomPrompt="1"/>
          </p:nvPr>
        </p:nvSpPr>
        <p:spPr>
          <a:xfrm>
            <a:off x="1373459" y="1065212"/>
            <a:ext cx="10482269" cy="306388"/>
          </a:xfrm>
        </p:spPr>
        <p:txBody>
          <a:bodyPr anchor="ctr">
            <a:noAutofit/>
          </a:bodyPr>
          <a:lstStyle>
            <a:lvl1pPr marL="0" indent="0" algn="ctr">
              <a:buNone/>
              <a:defRPr sz="2000" b="1">
                <a:solidFill>
                  <a:schemeClr val="accent4"/>
                </a:solidFill>
              </a:defRPr>
            </a:lvl1pPr>
          </a:lstStyle>
          <a:p>
            <a:pPr lvl="0"/>
            <a:r>
              <a:rPr lang="en-US"/>
              <a:t>CLICK TO EDIT SUBTITLE</a:t>
            </a:r>
            <a:endParaRPr lang="en-PH"/>
          </a:p>
        </p:txBody>
      </p:sp>
    </p:spTree>
    <p:extLst>
      <p:ext uri="{BB962C8B-B14F-4D97-AF65-F5344CB8AC3E}">
        <p14:creationId xmlns:p14="http://schemas.microsoft.com/office/powerpoint/2010/main" val="2511927789"/>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_Closing 022">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E37075-1048-4076-A4DB-BF1C2DA3BCB8}"/>
              </a:ext>
            </a:extLst>
          </p:cNvPr>
          <p:cNvSpPr>
            <a:spLocks noGrp="1"/>
          </p:cNvSpPr>
          <p:nvPr>
            <p:ph type="ftr" sz="quarter" idx="3"/>
          </p:nvPr>
        </p:nvSpPr>
        <p:spPr>
          <a:xfrm>
            <a:off x="632013" y="6176963"/>
            <a:ext cx="3852770" cy="365125"/>
          </a:xfrm>
          <a:prstGeom prst="rect">
            <a:avLst/>
          </a:prstGeom>
        </p:spPr>
        <p:txBody>
          <a:bodyPr vert="horz" lIns="91440" tIns="45720" rIns="91440" bIns="45720" rtlCol="0" anchor="ctr"/>
          <a:lstStyle>
            <a:lvl1pPr algn="l">
              <a:defRPr sz="900">
                <a:solidFill>
                  <a:schemeClr val="tx2"/>
                </a:solidFill>
                <a:latin typeface="Arial" charset="0"/>
                <a:ea typeface="Arial" charset="0"/>
                <a:cs typeface="Arial" charset="0"/>
              </a:defRPr>
            </a:lvl1pPr>
          </a:lstStyle>
          <a:p>
            <a:r>
              <a:rPr lang="en-US"/>
              <a:t>// © 2024 Prolifics, Inc. All Rights Reserved. </a:t>
            </a:r>
            <a:endParaRPr lang="en-PH"/>
          </a:p>
        </p:txBody>
      </p:sp>
      <p:sp>
        <p:nvSpPr>
          <p:cNvPr id="7" name="Slide Number Placeholder 5">
            <a:extLst>
              <a:ext uri="{FF2B5EF4-FFF2-40B4-BE49-F238E27FC236}">
                <a16:creationId xmlns:a16="http://schemas.microsoft.com/office/drawing/2014/main" id="{065B51E8-F8D6-4E2C-8951-3D58BC2C3175}"/>
              </a:ext>
            </a:extLst>
          </p:cNvPr>
          <p:cNvSpPr>
            <a:spLocks noGrp="1"/>
          </p:cNvSpPr>
          <p:nvPr>
            <p:ph type="sldNum" sz="quarter" idx="4"/>
          </p:nvPr>
        </p:nvSpPr>
        <p:spPr>
          <a:xfrm>
            <a:off x="369983" y="6176963"/>
            <a:ext cx="365123" cy="371287"/>
          </a:xfrm>
          <a:prstGeom prst="rect">
            <a:avLst/>
          </a:prstGeom>
        </p:spPr>
        <p:txBody>
          <a:bodyPr vert="horz" lIns="91440" tIns="45720" rIns="91440" bIns="45720" rtlCol="0" anchor="ctr"/>
          <a:lstStyle>
            <a:lvl1pPr algn="l">
              <a:defRPr sz="900">
                <a:solidFill>
                  <a:schemeClr val="tx2"/>
                </a:solidFill>
                <a:latin typeface="Arial" charset="0"/>
                <a:ea typeface="Arial" charset="0"/>
                <a:cs typeface="Arial" charset="0"/>
              </a:defRPr>
            </a:lvl1pPr>
          </a:lstStyle>
          <a:p>
            <a:fld id="{C6CDCA4D-B942-BC47-92B6-393DE0C99508}" type="slidenum">
              <a:rPr lang="en-US" smtClean="0"/>
              <a:pPr/>
              <a:t>‹#›</a:t>
            </a:fld>
            <a:endParaRPr lang="en-US"/>
          </a:p>
        </p:txBody>
      </p:sp>
      <p:sp>
        <p:nvSpPr>
          <p:cNvPr id="8" name="Title 1">
            <a:extLst>
              <a:ext uri="{FF2B5EF4-FFF2-40B4-BE49-F238E27FC236}">
                <a16:creationId xmlns:a16="http://schemas.microsoft.com/office/drawing/2014/main" id="{8E5CDB76-EC5B-6543-A33A-7EF1327A9D5E}"/>
              </a:ext>
            </a:extLst>
          </p:cNvPr>
          <p:cNvSpPr>
            <a:spLocks noGrp="1"/>
          </p:cNvSpPr>
          <p:nvPr>
            <p:ph type="ctrTitle" hasCustomPrompt="1"/>
          </p:nvPr>
        </p:nvSpPr>
        <p:spPr>
          <a:xfrm>
            <a:off x="577515" y="2668595"/>
            <a:ext cx="11059424" cy="756483"/>
          </a:xfrm>
        </p:spPr>
        <p:txBody>
          <a:bodyPr anchor="t">
            <a:noAutofit/>
          </a:bodyPr>
          <a:lstStyle>
            <a:lvl1pPr algn="l">
              <a:defRPr sz="4800" b="1">
                <a:solidFill>
                  <a:srgbClr val="26235D"/>
                </a:solidFill>
                <a:effectLst/>
                <a:latin typeface="Arial" panose="020B0604020202020204" pitchFamily="34" charset="0"/>
                <a:cs typeface="Arial" panose="020B0604020202020204" pitchFamily="34" charset="0"/>
              </a:defRPr>
            </a:lvl1pPr>
          </a:lstStyle>
          <a:p>
            <a:r>
              <a:rPr lang="en-US"/>
              <a:t>CLICK TO EDIT TITLE</a:t>
            </a:r>
          </a:p>
        </p:txBody>
      </p:sp>
      <p:sp>
        <p:nvSpPr>
          <p:cNvPr id="10" name="Subtitle 2">
            <a:extLst>
              <a:ext uri="{FF2B5EF4-FFF2-40B4-BE49-F238E27FC236}">
                <a16:creationId xmlns:a16="http://schemas.microsoft.com/office/drawing/2014/main" id="{2CAF0635-AE50-424D-80D7-9FCFE0BC07B0}"/>
              </a:ext>
            </a:extLst>
          </p:cNvPr>
          <p:cNvSpPr>
            <a:spLocks noGrp="1"/>
          </p:cNvSpPr>
          <p:nvPr>
            <p:ph type="subTitle" idx="1" hasCustomPrompt="1"/>
          </p:nvPr>
        </p:nvSpPr>
        <p:spPr>
          <a:xfrm>
            <a:off x="577514" y="3840796"/>
            <a:ext cx="11059425" cy="499510"/>
          </a:xfrm>
        </p:spPr>
        <p:txBody>
          <a:bodyPr>
            <a:normAutofit/>
          </a:bodyPr>
          <a:lstStyle>
            <a:lvl1pPr marL="55563" indent="0" algn="l">
              <a:buNone/>
              <a:defRPr sz="2000" b="0">
                <a:solidFill>
                  <a:schemeClr val="bg1"/>
                </a:solidFill>
                <a:effectLst/>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or version number</a:t>
            </a:r>
          </a:p>
        </p:txBody>
      </p:sp>
      <p:sp>
        <p:nvSpPr>
          <p:cNvPr id="13" name="Text Placeholder 15">
            <a:extLst>
              <a:ext uri="{FF2B5EF4-FFF2-40B4-BE49-F238E27FC236}">
                <a16:creationId xmlns:a16="http://schemas.microsoft.com/office/drawing/2014/main" id="{E6DC8594-FCCB-5546-8A56-0B8A35A6E258}"/>
              </a:ext>
            </a:extLst>
          </p:cNvPr>
          <p:cNvSpPr>
            <a:spLocks noGrp="1"/>
          </p:cNvSpPr>
          <p:nvPr>
            <p:ph type="body" sz="quarter" idx="13" hasCustomPrompt="1"/>
          </p:nvPr>
        </p:nvSpPr>
        <p:spPr>
          <a:xfrm>
            <a:off x="577850" y="3271950"/>
            <a:ext cx="11058525" cy="600075"/>
          </a:xfrm>
        </p:spPr>
        <p:txBody>
          <a:bodyPr anchor="b">
            <a:normAutofit/>
          </a:bodyPr>
          <a:lstStyle>
            <a:lvl1pPr marL="55563" indent="0">
              <a:buNone/>
              <a:defRPr sz="2800" b="1" baseline="0">
                <a:solidFill>
                  <a:schemeClr val="accent4"/>
                </a:solidFill>
                <a:effectLst>
                  <a:outerShdw sx="1000" sy="1000" algn="tl">
                    <a:srgbClr val="000000"/>
                  </a:outerShdw>
                </a:effectLst>
                <a:latin typeface="Arial" panose="020B0604020202020204" pitchFamily="34" charset="0"/>
                <a:cs typeface="Arial" panose="020B0604020202020204" pitchFamily="34" charset="0"/>
              </a:defRPr>
            </a:lvl1pPr>
            <a:lvl2pPr>
              <a:defRPr b="1">
                <a:solidFill>
                  <a:srgbClr val="DE1B54"/>
                </a:solidFill>
              </a:defRPr>
            </a:lvl2pPr>
            <a:lvl3pPr>
              <a:defRPr b="1">
                <a:solidFill>
                  <a:srgbClr val="DE1B54"/>
                </a:solidFill>
              </a:defRPr>
            </a:lvl3pPr>
            <a:lvl4pPr>
              <a:defRPr b="1">
                <a:solidFill>
                  <a:srgbClr val="DE1B54"/>
                </a:solidFill>
              </a:defRPr>
            </a:lvl4pPr>
            <a:lvl5pPr>
              <a:defRPr b="1">
                <a:solidFill>
                  <a:srgbClr val="DE1B54"/>
                </a:solidFill>
              </a:defRPr>
            </a:lvl5pPr>
          </a:lstStyle>
          <a:p>
            <a:pPr lvl="0"/>
            <a:r>
              <a:rPr lang="en-US"/>
              <a:t>click to edit</a:t>
            </a:r>
          </a:p>
        </p:txBody>
      </p:sp>
      <p:pic>
        <p:nvPicPr>
          <p:cNvPr id="2" name="Graphic 1">
            <a:extLst>
              <a:ext uri="{FF2B5EF4-FFF2-40B4-BE49-F238E27FC236}">
                <a16:creationId xmlns:a16="http://schemas.microsoft.com/office/drawing/2014/main" id="{8B0883E6-0E74-5111-56F5-108A2C0DFFF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420044" y="6102793"/>
            <a:ext cx="2276265" cy="344001"/>
          </a:xfrm>
          <a:prstGeom prst="rect">
            <a:avLst/>
          </a:prstGeom>
        </p:spPr>
      </p:pic>
    </p:spTree>
    <p:extLst>
      <p:ext uri="{BB962C8B-B14F-4D97-AF65-F5344CB8AC3E}">
        <p14:creationId xmlns:p14="http://schemas.microsoft.com/office/powerpoint/2010/main" val="352213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D4F64-0B7F-9E2D-EDFA-0BA70AE243FD}"/>
              </a:ext>
            </a:extLst>
          </p:cNvPr>
          <p:cNvSpPr>
            <a:spLocks noGrp="1"/>
          </p:cNvSpPr>
          <p:nvPr>
            <p:ph type="title"/>
          </p:nvPr>
        </p:nvSpPr>
        <p:spPr>
          <a:xfrm>
            <a:off x="627184" y="303580"/>
            <a:ext cx="10515600" cy="45256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600" kern="1200">
                <a:solidFill>
                  <a:schemeClr val="accent6"/>
                </a:solidFill>
                <a:latin typeface="+mj-lt"/>
                <a:ea typeface="+mj-ea"/>
                <a:cs typeface="+mj-cs"/>
              </a:defRPr>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F2678A19-C812-87BA-6D2C-755FB1DA5F3C}"/>
              </a:ext>
            </a:extLst>
          </p:cNvPr>
          <p:cNvSpPr>
            <a:spLocks noGrp="1"/>
          </p:cNvSpPr>
          <p:nvPr>
            <p:ph idx="1"/>
          </p:nvPr>
        </p:nvSpPr>
        <p:spPr>
          <a:xfrm>
            <a:off x="838200" y="1195753"/>
            <a:ext cx="10515600" cy="498120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945412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24277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59389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endParaRPr lang="en-US" dirty="0"/>
          </a:p>
        </p:txBody>
      </p:sp>
    </p:spTree>
    <p:extLst>
      <p:ext uri="{BB962C8B-B14F-4D97-AF65-F5344CB8AC3E}">
        <p14:creationId xmlns:p14="http://schemas.microsoft.com/office/powerpoint/2010/main" val="16582283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D4F64-0B7F-9E2D-EDFA-0BA70AE243FD}"/>
              </a:ext>
            </a:extLst>
          </p:cNvPr>
          <p:cNvSpPr>
            <a:spLocks noGrp="1"/>
          </p:cNvSpPr>
          <p:nvPr>
            <p:ph type="title"/>
          </p:nvPr>
        </p:nvSpPr>
        <p:spPr>
          <a:xfrm>
            <a:off x="627184" y="303580"/>
            <a:ext cx="10515600" cy="45256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600" kern="1200">
                <a:solidFill>
                  <a:schemeClr val="accent6"/>
                </a:solidFill>
                <a:latin typeface="+mj-lt"/>
                <a:ea typeface="+mj-ea"/>
                <a:cs typeface="+mj-cs"/>
              </a:defRPr>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F2678A19-C812-87BA-6D2C-755FB1DA5F3C}"/>
              </a:ext>
            </a:extLst>
          </p:cNvPr>
          <p:cNvSpPr>
            <a:spLocks noGrp="1"/>
          </p:cNvSpPr>
          <p:nvPr>
            <p:ph idx="1"/>
          </p:nvPr>
        </p:nvSpPr>
        <p:spPr>
          <a:xfrm>
            <a:off x="838200" y="1195753"/>
            <a:ext cx="10515600" cy="498120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1807122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0646A357-6EE4-43E2-A2A2-B439DE617B45}" type="slidenum">
              <a:rPr lang="en-US" smtClean="0"/>
              <a:t>‹#›</a:t>
            </a:fld>
            <a:endParaRPr lang="en-US"/>
          </a:p>
        </p:txBody>
      </p:sp>
    </p:spTree>
    <p:extLst>
      <p:ext uri="{BB962C8B-B14F-4D97-AF65-F5344CB8AC3E}">
        <p14:creationId xmlns:p14="http://schemas.microsoft.com/office/powerpoint/2010/main" val="6970013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_Title and Content" preserve="1">
  <p:cSld name="2_Title and Content">
    <p:spTree>
      <p:nvGrpSpPr>
        <p:cNvPr id="1" name="Shape 57"/>
        <p:cNvGrpSpPr/>
        <p:nvPr/>
      </p:nvGrpSpPr>
      <p:grpSpPr>
        <a:xfrm>
          <a:off x="0" y="0"/>
          <a:ext cx="0" cy="0"/>
          <a:chOff x="0" y="0"/>
          <a:chExt cx="0" cy="0"/>
        </a:xfrm>
      </p:grpSpPr>
      <p:sp>
        <p:nvSpPr>
          <p:cNvPr id="58" name="Google Shape;58;p3"/>
          <p:cNvSpPr txBox="1">
            <a:spLocks noGrp="1"/>
          </p:cNvSpPr>
          <p:nvPr>
            <p:ph type="title"/>
          </p:nvPr>
        </p:nvSpPr>
        <p:spPr>
          <a:xfrm>
            <a:off x="812800" y="685800"/>
            <a:ext cx="10769600" cy="533400"/>
          </a:xfrm>
          <a:prstGeom prst="rect">
            <a:avLst/>
          </a:prstGeom>
          <a:noFill/>
          <a:ln>
            <a:noFill/>
          </a:ln>
        </p:spPr>
        <p:txBody>
          <a:bodyPr spcFirstLastPara="1" wrap="square" lIns="0" tIns="0" rIns="0" bIns="0" anchor="ctr" anchorCtr="0"/>
          <a:lstStyle>
            <a:lvl1pPr lvl="0" algn="l">
              <a:lnSpc>
                <a:spcPct val="90000"/>
              </a:lnSpc>
              <a:spcBef>
                <a:spcPts val="0"/>
              </a:spcBef>
              <a:spcAft>
                <a:spcPts val="0"/>
              </a:spcAft>
              <a:buClr>
                <a:srgbClr val="000066"/>
              </a:buClr>
              <a:buSzPts val="2800"/>
              <a:buFont typeface="Calibri"/>
              <a:buNone/>
              <a:defRPr sz="2800">
                <a:solidFill>
                  <a:srgbClr val="00006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3"/>
          <p:cNvSpPr txBox="1">
            <a:spLocks noGrp="1"/>
          </p:cNvSpPr>
          <p:nvPr>
            <p:ph type="body" idx="1"/>
          </p:nvPr>
        </p:nvSpPr>
        <p:spPr>
          <a:xfrm>
            <a:off x="812800" y="1417638"/>
            <a:ext cx="10769600" cy="4830763"/>
          </a:xfrm>
          <a:prstGeom prst="rect">
            <a:avLst/>
          </a:prstGeom>
          <a:noFill/>
          <a:ln>
            <a:noFill/>
          </a:ln>
        </p:spPr>
        <p:txBody>
          <a:bodyPr spcFirstLastPara="1" wrap="square" lIns="91425" tIns="45700" rIns="91425" bIns="45700" anchor="t" anchorCtr="0"/>
          <a:lstStyle>
            <a:lvl1pPr marL="457200" lvl="0" indent="-355600" algn="l">
              <a:lnSpc>
                <a:spcPct val="90000"/>
              </a:lnSpc>
              <a:spcBef>
                <a:spcPts val="1000"/>
              </a:spcBef>
              <a:spcAft>
                <a:spcPts val="0"/>
              </a:spcAft>
              <a:buClr>
                <a:schemeClr val="dk1"/>
              </a:buClr>
              <a:buSzPts val="2000"/>
              <a:buFont typeface="Noto Sans Symbols"/>
              <a:buChar char="➢"/>
              <a:defRPr sz="2000"/>
            </a:lvl1pPr>
            <a:lvl2pPr marL="914400" lvl="1" indent="-342900" algn="l">
              <a:lnSpc>
                <a:spcPct val="90000"/>
              </a:lnSpc>
              <a:spcBef>
                <a:spcPts val="500"/>
              </a:spcBef>
              <a:spcAft>
                <a:spcPts val="0"/>
              </a:spcAft>
              <a:buClr>
                <a:schemeClr val="dk1"/>
              </a:buClr>
              <a:buSzPts val="1800"/>
              <a:buChar char="•"/>
              <a:defRPr sz="1800"/>
            </a:lvl2pPr>
            <a:lvl3pPr marL="1371600" lvl="2" indent="-330200" algn="l">
              <a:lnSpc>
                <a:spcPct val="90000"/>
              </a:lnSpc>
              <a:spcBef>
                <a:spcPts val="500"/>
              </a:spcBef>
              <a:spcAft>
                <a:spcPts val="0"/>
              </a:spcAft>
              <a:buClr>
                <a:schemeClr val="dk1"/>
              </a:buClr>
              <a:buSzPts val="1600"/>
              <a:buChar char="•"/>
              <a:defRPr sz="1600"/>
            </a:lvl3pPr>
            <a:lvl4pPr marL="1828800" lvl="3" indent="-317500" algn="l">
              <a:lnSpc>
                <a:spcPct val="90000"/>
              </a:lnSpc>
              <a:spcBef>
                <a:spcPts val="500"/>
              </a:spcBef>
              <a:spcAft>
                <a:spcPts val="0"/>
              </a:spcAft>
              <a:buClr>
                <a:schemeClr val="dk1"/>
              </a:buClr>
              <a:buSzPts val="1400"/>
              <a:buChar char="•"/>
              <a:defRPr sz="1400"/>
            </a:lvl4pPr>
            <a:lvl5pPr marL="2286000" lvl="4" indent="-304800" algn="l">
              <a:lnSpc>
                <a:spcPct val="90000"/>
              </a:lnSpc>
              <a:spcBef>
                <a:spcPts val="500"/>
              </a:spcBef>
              <a:spcAft>
                <a:spcPts val="0"/>
              </a:spcAft>
              <a:buClr>
                <a:schemeClr val="dk1"/>
              </a:buClr>
              <a:buSzPts val="1200"/>
              <a:buChar char="•"/>
              <a:defRPr sz="12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684680268"/>
      </p:ext>
    </p:extLst>
  </p:cSld>
  <p:clrMapOvr>
    <a:masterClrMapping/>
  </p:clrMapOvr>
  <p:transition>
    <p:fade thruBlk="1"/>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838200" y="6356350"/>
            <a:ext cx="2743200" cy="365125"/>
          </a:xfrm>
          <a:prstGeom prst="rect">
            <a:avLst/>
          </a:prstGeom>
        </p:spPr>
        <p:txBody>
          <a:bodyPr/>
          <a:lstStyle/>
          <a:p>
            <a:fld id="{34518853-44CE-4291-8AAC-0847FBFB8924}" type="datetimeFigureOut">
              <a:rPr lang="en-US" smtClean="0"/>
              <a:t>6/4/2025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0646A357-6EE4-43E2-A2A2-B439DE617B45}" type="slidenum">
              <a:rPr lang="en-US" smtClean="0"/>
              <a:t>‹#›</a:t>
            </a:fld>
            <a:endParaRPr lang="en-US"/>
          </a:p>
        </p:txBody>
      </p:sp>
    </p:spTree>
    <p:extLst>
      <p:ext uri="{BB962C8B-B14F-4D97-AF65-F5344CB8AC3E}">
        <p14:creationId xmlns:p14="http://schemas.microsoft.com/office/powerpoint/2010/main" val="24548437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838200" y="6356350"/>
            <a:ext cx="2743200" cy="365125"/>
          </a:xfrm>
          <a:prstGeom prst="rect">
            <a:avLst/>
          </a:prstGeom>
        </p:spPr>
        <p:txBody>
          <a:bodyPr/>
          <a:lstStyle/>
          <a:p>
            <a:fld id="{34518853-44CE-4291-8AAC-0847FBFB8924}" type="datetimeFigureOut">
              <a:rPr lang="en-US" smtClean="0"/>
              <a:t>6/4/2025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0646A357-6EE4-43E2-A2A2-B439DE617B45}" type="slidenum">
              <a:rPr lang="en-US" smtClean="0"/>
              <a:t>‹#›</a:t>
            </a:fld>
            <a:endParaRPr lang="en-US"/>
          </a:p>
        </p:txBody>
      </p:sp>
    </p:spTree>
    <p:extLst>
      <p:ext uri="{BB962C8B-B14F-4D97-AF65-F5344CB8AC3E}">
        <p14:creationId xmlns:p14="http://schemas.microsoft.com/office/powerpoint/2010/main" val="2946593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34518853-44CE-4291-8AAC-0847FBFB8924}" type="datetimeFigureOut">
              <a:rPr lang="en-US" smtClean="0"/>
              <a:t>6/4/2025</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0646A357-6EE4-43E2-A2A2-B439DE617B45}" type="slidenum">
              <a:rPr lang="en-US" smtClean="0"/>
              <a:t>‹#›</a:t>
            </a:fld>
            <a:endParaRPr lang="en-US"/>
          </a:p>
        </p:txBody>
      </p:sp>
    </p:spTree>
    <p:extLst>
      <p:ext uri="{BB962C8B-B14F-4D97-AF65-F5344CB8AC3E}">
        <p14:creationId xmlns:p14="http://schemas.microsoft.com/office/powerpoint/2010/main" val="18105188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34518853-44CE-4291-8AAC-0847FBFB8924}" type="datetimeFigureOut">
              <a:rPr lang="en-US" smtClean="0"/>
              <a:t>6/4/2025</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0646A357-6EE4-43E2-A2A2-B439DE617B45}" type="slidenum">
              <a:rPr lang="en-US" smtClean="0"/>
              <a:t>‹#›</a:t>
            </a:fld>
            <a:endParaRPr lang="en-US"/>
          </a:p>
        </p:txBody>
      </p:sp>
    </p:spTree>
    <p:extLst>
      <p:ext uri="{BB962C8B-B14F-4D97-AF65-F5344CB8AC3E}">
        <p14:creationId xmlns:p14="http://schemas.microsoft.com/office/powerpoint/2010/main" val="27232354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838200" y="6356350"/>
            <a:ext cx="2743200" cy="365125"/>
          </a:xfrm>
          <a:prstGeom prst="rect">
            <a:avLst/>
          </a:prstGeom>
        </p:spPr>
        <p:txBody>
          <a:bodyPr/>
          <a:lstStyle/>
          <a:p>
            <a:fld id="{34518853-44CE-4291-8AAC-0847FBFB8924}" type="datetimeFigureOut">
              <a:rPr lang="en-US" smtClean="0"/>
              <a:t>6/4/2025</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0646A357-6EE4-43E2-A2A2-B439DE617B45}" type="slidenum">
              <a:rPr lang="en-US" smtClean="0"/>
              <a:t>‹#›</a:t>
            </a:fld>
            <a:endParaRPr lang="en-US"/>
          </a:p>
        </p:txBody>
      </p:sp>
    </p:spTree>
    <p:extLst>
      <p:ext uri="{BB962C8B-B14F-4D97-AF65-F5344CB8AC3E}">
        <p14:creationId xmlns:p14="http://schemas.microsoft.com/office/powerpoint/2010/main" val="16560180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Intro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9263E05-82CF-AD3F-DF8A-4CD6535292FC}"/>
              </a:ext>
            </a:extLst>
          </p:cNvPr>
          <p:cNvSpPr/>
          <p:nvPr userDrawn="1"/>
        </p:nvSpPr>
        <p:spPr>
          <a:xfrm>
            <a:off x="6191251" y="0"/>
            <a:ext cx="6160304" cy="6858000"/>
          </a:xfrm>
          <a:prstGeom prst="rect">
            <a:avLst/>
          </a:prstGeom>
          <a:solidFill>
            <a:srgbClr val="134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Lato" panose="020F0502020204030203" pitchFamily="34" charset="0"/>
              <a:ea typeface="+mn-ea"/>
              <a:cs typeface="+mn-cs"/>
            </a:endParaRPr>
          </a:p>
        </p:txBody>
      </p:sp>
      <p:pic>
        <p:nvPicPr>
          <p:cNvPr id="3" name="Picture 2">
            <a:extLst>
              <a:ext uri="{FF2B5EF4-FFF2-40B4-BE49-F238E27FC236}">
                <a16:creationId xmlns:a16="http://schemas.microsoft.com/office/drawing/2014/main" id="{DD4037E8-B1E2-CC3E-4FCF-D9A7D138A80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flipH="1">
            <a:off x="705279" y="1441505"/>
            <a:ext cx="5147835" cy="4336353"/>
          </a:xfrm>
          <a:prstGeom prst="rect">
            <a:avLst/>
          </a:prstGeom>
        </p:spPr>
      </p:pic>
      <p:sp>
        <p:nvSpPr>
          <p:cNvPr id="4" name="TextBox 3">
            <a:extLst>
              <a:ext uri="{FF2B5EF4-FFF2-40B4-BE49-F238E27FC236}">
                <a16:creationId xmlns:a16="http://schemas.microsoft.com/office/drawing/2014/main" id="{3E1B1228-14F8-A1C1-912E-CB48AFAB6462}"/>
              </a:ext>
            </a:extLst>
          </p:cNvPr>
          <p:cNvSpPr txBox="1"/>
          <p:nvPr userDrawn="1"/>
        </p:nvSpPr>
        <p:spPr>
          <a:xfrm>
            <a:off x="6651065" y="1607969"/>
            <a:ext cx="5147835" cy="2144177"/>
          </a:xfrm>
          <a:prstGeom prst="rect">
            <a:avLst/>
          </a:prstGeom>
          <a:noFill/>
        </p:spPr>
        <p:txBody>
          <a:bodyPr wrap="square" rtlCol="0">
            <a:spAutoFit/>
          </a:bodyPr>
          <a:lstStyle/>
          <a:p>
            <a:pPr marL="0" marR="0" lvl="0" indent="0" algn="l" defTabSz="914400" rtl="0" eaLnBrk="1" fontAlgn="auto" latinLnBrk="0" hangingPunct="1">
              <a:lnSpc>
                <a:spcPts val="8000"/>
              </a:lnSpc>
              <a:spcBef>
                <a:spcPts val="0"/>
              </a:spcBef>
              <a:spcAft>
                <a:spcPts val="0"/>
              </a:spcAft>
              <a:buClrTx/>
              <a:buSzTx/>
              <a:buFontTx/>
              <a:buNone/>
              <a:tabLst/>
              <a:defRPr/>
            </a:pPr>
            <a:r>
              <a:rPr kumimoji="0" lang="en-US" sz="6000" b="1" i="0" u="none" strike="noStrike" kern="1200" cap="none" spc="0" normalizeH="0" baseline="0" noProof="0">
                <a:ln>
                  <a:noFill/>
                </a:ln>
                <a:solidFill>
                  <a:srgbClr val="FFFFFF"/>
                </a:solidFill>
                <a:effectLst/>
                <a:uLnTx/>
                <a:uFillTx/>
                <a:latin typeface="Lato" panose="020F0502020204030203" pitchFamily="34" charset="0"/>
                <a:ea typeface="+mn-ea"/>
                <a:cs typeface="+mn-cs"/>
              </a:rPr>
              <a:t>Vision to Value. </a:t>
            </a:r>
            <a:r>
              <a:rPr kumimoji="0" lang="en-US" sz="6000" b="1" i="0" u="none" strike="noStrike" kern="1200" cap="none" spc="0" normalizeH="0" baseline="0" noProof="0">
                <a:ln>
                  <a:noFill/>
                </a:ln>
                <a:solidFill>
                  <a:srgbClr val="66CCCC"/>
                </a:solidFill>
                <a:effectLst/>
                <a:uLnTx/>
                <a:uFillTx/>
                <a:latin typeface="Lato" panose="020F0502020204030203" pitchFamily="34" charset="0"/>
                <a:ea typeface="+mn-ea"/>
                <a:cs typeface="+mn-cs"/>
              </a:rPr>
              <a:t>Faster</a:t>
            </a:r>
            <a:r>
              <a:rPr kumimoji="0" lang="en-US" sz="7200" b="1" i="0" u="none" strike="noStrike" kern="1200" cap="none" spc="0" normalizeH="0" baseline="0" noProof="0">
                <a:ln>
                  <a:noFill/>
                </a:ln>
                <a:solidFill>
                  <a:srgbClr val="66CCCC"/>
                </a:solidFill>
                <a:effectLst/>
                <a:uLnTx/>
                <a:uFillTx/>
                <a:latin typeface="Lato" panose="020F0502020204030203" pitchFamily="34" charset="0"/>
                <a:ea typeface="+mn-ea"/>
                <a:cs typeface="+mn-cs"/>
              </a:rPr>
              <a:t>.</a:t>
            </a:r>
          </a:p>
        </p:txBody>
      </p:sp>
      <p:pic>
        <p:nvPicPr>
          <p:cNvPr id="7" name="Picture 6" descr="A close up of a logo&#10;&#10;Description automatically generated with low confidence">
            <a:extLst>
              <a:ext uri="{FF2B5EF4-FFF2-40B4-BE49-F238E27FC236}">
                <a16:creationId xmlns:a16="http://schemas.microsoft.com/office/drawing/2014/main" id="{3A14D001-0336-4CED-BE4C-3FA939A3D69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603440" y="242200"/>
            <a:ext cx="5261875" cy="1199305"/>
          </a:xfrm>
          <a:prstGeom prst="rect">
            <a:avLst/>
          </a:prstGeom>
        </p:spPr>
      </p:pic>
    </p:spTree>
    <p:extLst>
      <p:ext uri="{BB962C8B-B14F-4D97-AF65-F5344CB8AC3E}">
        <p14:creationId xmlns:p14="http://schemas.microsoft.com/office/powerpoint/2010/main" val="23593081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2_Content 02">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8EEF8213-A476-4E8D-BBCB-D0F3A28761CB}"/>
              </a:ext>
            </a:extLst>
          </p:cNvPr>
          <p:cNvSpPr>
            <a:spLocks noGrp="1"/>
          </p:cNvSpPr>
          <p:nvPr>
            <p:ph type="title" hasCustomPrompt="1"/>
          </p:nvPr>
        </p:nvSpPr>
        <p:spPr>
          <a:xfrm>
            <a:off x="369983" y="514350"/>
            <a:ext cx="11485746" cy="942309"/>
          </a:xfrm>
        </p:spPr>
        <p:txBody>
          <a:bodyPr anchor="t">
            <a:normAutofit/>
          </a:bodyPr>
          <a:lstStyle>
            <a:lvl1pPr algn="ctr">
              <a:defRPr sz="2800" b="1">
                <a:solidFill>
                  <a:schemeClr val="accent1"/>
                </a:solidFill>
                <a:latin typeface="Arial" panose="020B0604020202020204" pitchFamily="34" charset="0"/>
                <a:cs typeface="Arial" panose="020B0604020202020204" pitchFamily="34" charset="0"/>
              </a:defRPr>
            </a:lvl1pPr>
          </a:lstStyle>
          <a:p>
            <a:r>
              <a:rPr lang="en-US"/>
              <a:t>Click to edit Master title style</a:t>
            </a:r>
            <a:br>
              <a:rPr lang="en-US"/>
            </a:br>
            <a:endParaRPr lang="en-US"/>
          </a:p>
        </p:txBody>
      </p:sp>
      <p:sp>
        <p:nvSpPr>
          <p:cNvPr id="9" name="Footer Placeholder 4">
            <a:extLst>
              <a:ext uri="{FF2B5EF4-FFF2-40B4-BE49-F238E27FC236}">
                <a16:creationId xmlns:a16="http://schemas.microsoft.com/office/drawing/2014/main" id="{D3303B5D-945F-BC4A-B981-A2075D6A36E3}"/>
              </a:ext>
            </a:extLst>
          </p:cNvPr>
          <p:cNvSpPr>
            <a:spLocks noGrp="1"/>
          </p:cNvSpPr>
          <p:nvPr>
            <p:ph type="ftr" sz="quarter" idx="3"/>
          </p:nvPr>
        </p:nvSpPr>
        <p:spPr>
          <a:xfrm>
            <a:off x="632013" y="6176963"/>
            <a:ext cx="3852770" cy="365125"/>
          </a:xfrm>
          <a:prstGeom prst="rect">
            <a:avLst/>
          </a:prstGeom>
        </p:spPr>
        <p:txBody>
          <a:bodyPr vert="horz" lIns="91440" tIns="45720" rIns="91440" bIns="45720" rtlCol="0" anchor="ctr"/>
          <a:lstStyle>
            <a:lvl1pPr algn="l">
              <a:defRPr lang="en-US" b="0" i="0" smtClean="0">
                <a:solidFill>
                  <a:schemeClr val="tx2"/>
                </a:solidFill>
                <a:effectLst/>
                <a:latin typeface="Arial" panose="020B0604020202020204" pitchFamily="34" charset="0"/>
                <a:cs typeface="Arial" panose="020B0604020202020204" pitchFamily="34" charset="0"/>
              </a:defRPr>
            </a:lvl1pPr>
          </a:lstStyle>
          <a:p>
            <a:r>
              <a:rPr lang="en-US"/>
              <a:t>// © 2024 Prolifics, Inc. All Rights Reserved. </a:t>
            </a:r>
            <a:endParaRPr lang="en-PH"/>
          </a:p>
        </p:txBody>
      </p:sp>
      <p:sp>
        <p:nvSpPr>
          <p:cNvPr id="10" name="Slide Number Placeholder 5">
            <a:extLst>
              <a:ext uri="{FF2B5EF4-FFF2-40B4-BE49-F238E27FC236}">
                <a16:creationId xmlns:a16="http://schemas.microsoft.com/office/drawing/2014/main" id="{C6DA4E71-5DD5-3242-A1D5-074340204DB2}"/>
              </a:ext>
            </a:extLst>
          </p:cNvPr>
          <p:cNvSpPr>
            <a:spLocks noGrp="1"/>
          </p:cNvSpPr>
          <p:nvPr>
            <p:ph type="sldNum" sz="quarter" idx="4"/>
          </p:nvPr>
        </p:nvSpPr>
        <p:spPr>
          <a:xfrm>
            <a:off x="369983" y="6176963"/>
            <a:ext cx="365123" cy="371287"/>
          </a:xfrm>
          <a:prstGeom prst="rect">
            <a:avLst/>
          </a:prstGeom>
        </p:spPr>
        <p:txBody>
          <a:bodyPr vert="horz" lIns="91440" tIns="45720" rIns="91440" bIns="45720" rtlCol="0" anchor="ctr"/>
          <a:lstStyle>
            <a:lvl1pPr algn="l">
              <a:defRPr sz="900">
                <a:solidFill>
                  <a:schemeClr val="tx2"/>
                </a:solidFill>
                <a:latin typeface="Arial" panose="020B0604020202020204" pitchFamily="34" charset="0"/>
                <a:ea typeface="Arial" panose="020B0604020202020204" pitchFamily="34" charset="0"/>
                <a:cs typeface="Arial" panose="020B0604020202020204" pitchFamily="34" charset="0"/>
              </a:defRPr>
            </a:lvl1pPr>
          </a:lstStyle>
          <a:p>
            <a:fld id="{C6CDCA4D-B942-BC47-92B6-393DE0C99508}" type="slidenum">
              <a:rPr lang="en-US" smtClean="0"/>
              <a:t>‹#›</a:t>
            </a:fld>
            <a:endParaRPr lang="en-US"/>
          </a:p>
        </p:txBody>
      </p:sp>
      <p:sp>
        <p:nvSpPr>
          <p:cNvPr id="5" name="Text Placeholder 4">
            <a:extLst>
              <a:ext uri="{FF2B5EF4-FFF2-40B4-BE49-F238E27FC236}">
                <a16:creationId xmlns:a16="http://schemas.microsoft.com/office/drawing/2014/main" id="{94757994-8820-4C47-A89E-A6DC208EA3E1}"/>
              </a:ext>
            </a:extLst>
          </p:cNvPr>
          <p:cNvSpPr>
            <a:spLocks noGrp="1"/>
          </p:cNvSpPr>
          <p:nvPr>
            <p:ph type="body" sz="quarter" idx="10" hasCustomPrompt="1"/>
          </p:nvPr>
        </p:nvSpPr>
        <p:spPr>
          <a:xfrm>
            <a:off x="370167" y="1116597"/>
            <a:ext cx="11485562" cy="306388"/>
          </a:xfrm>
        </p:spPr>
        <p:txBody>
          <a:bodyPr anchor="ctr">
            <a:noAutofit/>
          </a:bodyPr>
          <a:lstStyle>
            <a:lvl1pPr marL="0" indent="0" algn="ctr">
              <a:buNone/>
              <a:defRPr sz="2000" b="1">
                <a:solidFill>
                  <a:schemeClr val="accent4"/>
                </a:solidFill>
                <a:latin typeface="Arial" panose="020B0604020202020204" pitchFamily="34" charset="0"/>
                <a:cs typeface="Arial" panose="020B0604020202020204" pitchFamily="34" charset="0"/>
              </a:defRPr>
            </a:lvl1pPr>
          </a:lstStyle>
          <a:p>
            <a:pPr lvl="0"/>
            <a:r>
              <a:rPr lang="en-US"/>
              <a:t>CLICK TO EDIT SUBTITLE</a:t>
            </a:r>
            <a:endParaRPr lang="en-PH"/>
          </a:p>
        </p:txBody>
      </p:sp>
      <p:sp>
        <p:nvSpPr>
          <p:cNvPr id="12" name="Content Placeholder 2">
            <a:extLst>
              <a:ext uri="{FF2B5EF4-FFF2-40B4-BE49-F238E27FC236}">
                <a16:creationId xmlns:a16="http://schemas.microsoft.com/office/drawing/2014/main" id="{F81DB329-8EC4-451F-B610-5E55DA34D0DE}"/>
              </a:ext>
            </a:extLst>
          </p:cNvPr>
          <p:cNvSpPr>
            <a:spLocks noGrp="1"/>
          </p:cNvSpPr>
          <p:nvPr>
            <p:ph idx="1"/>
          </p:nvPr>
        </p:nvSpPr>
        <p:spPr>
          <a:xfrm>
            <a:off x="369983" y="1453896"/>
            <a:ext cx="11485746" cy="4489704"/>
          </a:xfrm>
        </p:spPr>
        <p:txBody>
          <a:bodyPr>
            <a:normAutofit/>
          </a:bodyPr>
          <a:lstStyle>
            <a:lvl1pPr>
              <a:buClr>
                <a:schemeClr val="accent4"/>
              </a:buClr>
              <a:defRPr sz="2000">
                <a:solidFill>
                  <a:schemeClr val="tx1"/>
                </a:solidFill>
                <a:latin typeface="Arial" panose="020B0604020202020204" pitchFamily="34" charset="0"/>
                <a:cs typeface="Arial" panose="020B0604020202020204" pitchFamily="34" charset="0"/>
              </a:defRPr>
            </a:lvl1pPr>
            <a:lvl2pPr>
              <a:buClr>
                <a:schemeClr val="accent4"/>
              </a:buClr>
              <a:defRPr sz="1800">
                <a:solidFill>
                  <a:schemeClr val="tx1"/>
                </a:solidFill>
                <a:latin typeface="Arial" panose="020B0604020202020204" pitchFamily="34" charset="0"/>
                <a:cs typeface="Arial" panose="020B0604020202020204" pitchFamily="34" charset="0"/>
              </a:defRPr>
            </a:lvl2pPr>
            <a:lvl3pPr>
              <a:buClr>
                <a:schemeClr val="accent4"/>
              </a:buClr>
              <a:defRPr sz="1600">
                <a:solidFill>
                  <a:schemeClr val="tx1"/>
                </a:solidFill>
                <a:latin typeface="Arial" panose="020B0604020202020204" pitchFamily="34" charset="0"/>
                <a:cs typeface="Arial" panose="020B0604020202020204" pitchFamily="34" charset="0"/>
              </a:defRPr>
            </a:lvl3pPr>
            <a:lvl4pPr>
              <a:buClr>
                <a:schemeClr val="accent4"/>
              </a:buClr>
              <a:defRPr sz="1400">
                <a:solidFill>
                  <a:schemeClr val="tx1"/>
                </a:solidFill>
                <a:latin typeface="Arial" panose="020B0604020202020204" pitchFamily="34" charset="0"/>
                <a:cs typeface="Arial" panose="020B0604020202020204" pitchFamily="34" charset="0"/>
              </a:defRPr>
            </a:lvl4pPr>
            <a:lvl5pPr>
              <a:buClr>
                <a:schemeClr val="accent4"/>
              </a:buClr>
              <a:defRPr sz="1400">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Graphic 2">
            <a:extLst>
              <a:ext uri="{FF2B5EF4-FFF2-40B4-BE49-F238E27FC236}">
                <a16:creationId xmlns:a16="http://schemas.microsoft.com/office/drawing/2014/main" id="{3C8A0ACB-A947-C53A-FF7B-548E8DF0F29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74058" y="6256736"/>
            <a:ext cx="1547959" cy="233936"/>
          </a:xfrm>
          <a:prstGeom prst="rect">
            <a:avLst/>
          </a:prstGeom>
        </p:spPr>
      </p:pic>
      <p:grpSp>
        <p:nvGrpSpPr>
          <p:cNvPr id="2" name="Group 1">
            <a:extLst>
              <a:ext uri="{FF2B5EF4-FFF2-40B4-BE49-F238E27FC236}">
                <a16:creationId xmlns:a16="http://schemas.microsoft.com/office/drawing/2014/main" id="{5A27E8CB-2E30-84BA-E3BF-14489EE3C5EA}"/>
              </a:ext>
            </a:extLst>
          </p:cNvPr>
          <p:cNvGrpSpPr/>
          <p:nvPr userDrawn="1"/>
        </p:nvGrpSpPr>
        <p:grpSpPr>
          <a:xfrm>
            <a:off x="1" y="199"/>
            <a:ext cx="216568" cy="6857801"/>
            <a:chOff x="0" y="199"/>
            <a:chExt cx="383458" cy="6857801"/>
          </a:xfrm>
        </p:grpSpPr>
        <p:sp>
          <p:nvSpPr>
            <p:cNvPr id="4" name="Rectangle 3">
              <a:extLst>
                <a:ext uri="{FF2B5EF4-FFF2-40B4-BE49-F238E27FC236}">
                  <a16:creationId xmlns:a16="http://schemas.microsoft.com/office/drawing/2014/main" id="{ADE36E9D-7D20-00CE-3D3F-31916125D929}"/>
                </a:ext>
              </a:extLst>
            </p:cNvPr>
            <p:cNvSpPr/>
            <p:nvPr/>
          </p:nvSpPr>
          <p:spPr>
            <a:xfrm rot="10800000">
              <a:off x="0" y="199"/>
              <a:ext cx="383457" cy="1371560"/>
            </a:xfrm>
            <a:prstGeom prst="rect">
              <a:avLst/>
            </a:prstGeom>
            <a:solidFill>
              <a:srgbClr val="003366"/>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sz="1199">
                <a:latin typeface="Tahoma" panose="020B0604030504040204" pitchFamily="34" charset="0"/>
              </a:endParaRPr>
            </a:p>
          </p:txBody>
        </p:sp>
        <p:sp>
          <p:nvSpPr>
            <p:cNvPr id="6" name="Rectangle 5">
              <a:extLst>
                <a:ext uri="{FF2B5EF4-FFF2-40B4-BE49-F238E27FC236}">
                  <a16:creationId xmlns:a16="http://schemas.microsoft.com/office/drawing/2014/main" id="{875CFE52-1172-A033-3BE5-65F47B193976}"/>
                </a:ext>
              </a:extLst>
            </p:cNvPr>
            <p:cNvSpPr/>
            <p:nvPr/>
          </p:nvSpPr>
          <p:spPr>
            <a:xfrm rot="10800000">
              <a:off x="1" y="1371759"/>
              <a:ext cx="383457" cy="1371560"/>
            </a:xfrm>
            <a:prstGeom prst="rect">
              <a:avLst/>
            </a:prstGeom>
            <a:solidFill>
              <a:srgbClr val="006699"/>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sz="1199">
                <a:latin typeface="Tahoma" panose="020B0604030504040204" pitchFamily="34" charset="0"/>
              </a:endParaRPr>
            </a:p>
          </p:txBody>
        </p:sp>
        <p:sp>
          <p:nvSpPr>
            <p:cNvPr id="7" name="Rectangle 6">
              <a:extLst>
                <a:ext uri="{FF2B5EF4-FFF2-40B4-BE49-F238E27FC236}">
                  <a16:creationId xmlns:a16="http://schemas.microsoft.com/office/drawing/2014/main" id="{16423DD7-7976-72B0-3944-A0D1D00E9969}"/>
                </a:ext>
              </a:extLst>
            </p:cNvPr>
            <p:cNvSpPr/>
            <p:nvPr/>
          </p:nvSpPr>
          <p:spPr>
            <a:xfrm rot="10800000">
              <a:off x="1" y="2743319"/>
              <a:ext cx="383457" cy="1371560"/>
            </a:xfrm>
            <a:prstGeom prst="rect">
              <a:avLst/>
            </a:prstGeom>
            <a:solidFill>
              <a:srgbClr val="1799CE"/>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sz="1199">
                <a:latin typeface="Tahoma" panose="020B0604030504040204" pitchFamily="34" charset="0"/>
              </a:endParaRPr>
            </a:p>
          </p:txBody>
        </p:sp>
        <p:sp>
          <p:nvSpPr>
            <p:cNvPr id="8" name="Rectangle 7">
              <a:extLst>
                <a:ext uri="{FF2B5EF4-FFF2-40B4-BE49-F238E27FC236}">
                  <a16:creationId xmlns:a16="http://schemas.microsoft.com/office/drawing/2014/main" id="{B3A2A738-BB32-BB81-E899-A50384AF1DCF}"/>
                </a:ext>
              </a:extLst>
            </p:cNvPr>
            <p:cNvSpPr/>
            <p:nvPr/>
          </p:nvSpPr>
          <p:spPr>
            <a:xfrm rot="10800000">
              <a:off x="1" y="5486440"/>
              <a:ext cx="383457" cy="1371560"/>
            </a:xfrm>
            <a:prstGeom prst="rect">
              <a:avLst/>
            </a:prstGeom>
            <a:solidFill>
              <a:srgbClr val="F89939"/>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sz="1199">
                <a:latin typeface="Tahoma" panose="020B0604030504040204" pitchFamily="34" charset="0"/>
              </a:endParaRPr>
            </a:p>
          </p:txBody>
        </p:sp>
        <p:sp>
          <p:nvSpPr>
            <p:cNvPr id="11" name="Rectangle 10">
              <a:extLst>
                <a:ext uri="{FF2B5EF4-FFF2-40B4-BE49-F238E27FC236}">
                  <a16:creationId xmlns:a16="http://schemas.microsoft.com/office/drawing/2014/main" id="{86B8E15A-1671-B6E5-38C2-4CEC329C3FD0}"/>
                </a:ext>
              </a:extLst>
            </p:cNvPr>
            <p:cNvSpPr/>
            <p:nvPr/>
          </p:nvSpPr>
          <p:spPr>
            <a:xfrm rot="10800000">
              <a:off x="1" y="4114880"/>
              <a:ext cx="383457" cy="1371560"/>
            </a:xfrm>
            <a:prstGeom prst="rect">
              <a:avLst/>
            </a:prstGeom>
            <a:solidFill>
              <a:srgbClr val="98CD67"/>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sz="1199">
                <a:latin typeface="Tahoma" panose="020B0604030504040204" pitchFamily="34" charset="0"/>
              </a:endParaRPr>
            </a:p>
          </p:txBody>
        </p:sp>
      </p:grpSp>
    </p:spTree>
    <p:extLst>
      <p:ext uri="{BB962C8B-B14F-4D97-AF65-F5344CB8AC3E}">
        <p14:creationId xmlns:p14="http://schemas.microsoft.com/office/powerpoint/2010/main" val="1648396948"/>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632013" y="6176963"/>
            <a:ext cx="3852770" cy="365125"/>
          </a:xfrm>
          <a:prstGeom prst="rect">
            <a:avLst/>
          </a:prstGeom>
        </p:spPr>
        <p:txBody>
          <a:bodyPr vert="horz" lIns="91440" tIns="45720" rIns="91440" bIns="45720" rtlCol="0" anchor="ctr"/>
          <a:lstStyle>
            <a:lvl1pPr algn="l">
              <a:defRPr lang="en-US" sz="900" b="0" i="0" smtClean="0">
                <a:solidFill>
                  <a:schemeClr val="bg2"/>
                </a:solidFill>
                <a:effectLst/>
              </a:defRPr>
            </a:lvl1pPr>
          </a:lstStyle>
          <a:p>
            <a:r>
              <a:rPr lang="en-US"/>
              <a:t>// © 2024 Prolifics, Inc. All Rights Reserved. </a:t>
            </a:r>
            <a:endParaRPr lang="en-PH"/>
          </a:p>
        </p:txBody>
      </p:sp>
      <p:sp>
        <p:nvSpPr>
          <p:cNvPr id="8" name="Slide Number Placeholder 5"/>
          <p:cNvSpPr>
            <a:spLocks noGrp="1"/>
          </p:cNvSpPr>
          <p:nvPr>
            <p:ph type="sldNum" sz="quarter" idx="4"/>
          </p:nvPr>
        </p:nvSpPr>
        <p:spPr>
          <a:xfrm>
            <a:off x="369983" y="6176963"/>
            <a:ext cx="365123" cy="371287"/>
          </a:xfrm>
          <a:prstGeom prst="rect">
            <a:avLst/>
          </a:prstGeom>
        </p:spPr>
        <p:txBody>
          <a:bodyPr vert="horz" lIns="91440" tIns="45720" rIns="91440" bIns="45720" rtlCol="0" anchor="ctr"/>
          <a:lstStyle>
            <a:lvl1pPr algn="l">
              <a:defRPr sz="900">
                <a:solidFill>
                  <a:schemeClr val="bg2"/>
                </a:solidFill>
                <a:latin typeface="Arial"/>
                <a:ea typeface="Arial"/>
                <a:cs typeface="Arial"/>
              </a:defRPr>
            </a:lvl1pPr>
          </a:lstStyle>
          <a:p>
            <a:fld id="{C6CDCA4D-B942-BC47-92B6-393DE0C99508}" type="slidenum">
              <a:rPr lang="en-US" smtClean="0"/>
              <a:t>‹#›</a:t>
            </a:fld>
            <a:endParaRPr lang="en-US"/>
          </a:p>
        </p:txBody>
      </p:sp>
    </p:spTree>
    <p:extLst>
      <p:ext uri="{BB962C8B-B14F-4D97-AF65-F5344CB8AC3E}">
        <p14:creationId xmlns:p14="http://schemas.microsoft.com/office/powerpoint/2010/main" val="69622091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ransition/>
  <p:hf hdr="0" dt="0"/>
  <p:txStyles>
    <p:titleStyle>
      <a:lvl1pPr algn="l" defTabSz="914400" rtl="0" eaLnBrk="1" latinLnBrk="0" hangingPunct="1">
        <a:lnSpc>
          <a:spcPct val="90000"/>
        </a:lnSpc>
        <a:spcBef>
          <a:spcPct val="0"/>
        </a:spcBef>
        <a:buNone/>
        <a:defRPr sz="3200" kern="1200">
          <a:solidFill>
            <a:schemeClr val="tx1"/>
          </a:solidFill>
          <a:latin typeface="Arial"/>
          <a:ea typeface="Arial"/>
          <a:cs typeface="Arial"/>
        </a:defRPr>
      </a:lvl1pPr>
    </p:titleStyle>
    <p:bodyStyle>
      <a:lvl1pPr marL="228600" indent="-228600" algn="l" defTabSz="914400" rtl="0" eaLnBrk="1" latinLnBrk="0" hangingPunct="1">
        <a:lnSpc>
          <a:spcPct val="90000"/>
        </a:lnSpc>
        <a:spcBef>
          <a:spcPts val="1000"/>
        </a:spcBef>
        <a:buFont typeface="Arial"/>
        <a:buChar char="•"/>
        <a:defRPr sz="2400" kern="1200">
          <a:solidFill>
            <a:schemeClr val="tx1"/>
          </a:solidFill>
          <a:latin typeface="Arial"/>
          <a:ea typeface="Arial"/>
          <a:cs typeface="Arial"/>
        </a:defRPr>
      </a:lvl1pPr>
      <a:lvl2pPr marL="685800" indent="-228600" algn="l" defTabSz="914400" rtl="0" eaLnBrk="1" latinLnBrk="0" hangingPunct="1">
        <a:lnSpc>
          <a:spcPct val="90000"/>
        </a:lnSpc>
        <a:spcBef>
          <a:spcPts val="500"/>
        </a:spcBef>
        <a:buFont typeface="Arial"/>
        <a:buChar char="•"/>
        <a:defRPr sz="2000" kern="1200">
          <a:solidFill>
            <a:srgbClr val="DE1B54"/>
          </a:solidFill>
          <a:latin typeface="Arial"/>
          <a:ea typeface="Arial"/>
          <a:cs typeface="Arial"/>
        </a:defRPr>
      </a:lvl2pPr>
      <a:lvl3pPr marL="1143000" indent="-228600" algn="l" defTabSz="914400" rtl="0" eaLnBrk="1" latinLnBrk="0" hangingPunct="1">
        <a:lnSpc>
          <a:spcPct val="90000"/>
        </a:lnSpc>
        <a:spcBef>
          <a:spcPts val="500"/>
        </a:spcBef>
        <a:buFont typeface="Arial"/>
        <a:buChar char="•"/>
        <a:defRPr sz="1800" kern="1200">
          <a:solidFill>
            <a:schemeClr val="tx1"/>
          </a:solidFill>
          <a:latin typeface="Arial"/>
          <a:ea typeface="Arial"/>
          <a:cs typeface="Arial"/>
        </a:defRPr>
      </a:lvl3pPr>
      <a:lvl4pPr marL="1600200" indent="-228600" algn="l" defTabSz="914400" rtl="0" eaLnBrk="1" latinLnBrk="0" hangingPunct="1">
        <a:lnSpc>
          <a:spcPct val="90000"/>
        </a:lnSpc>
        <a:spcBef>
          <a:spcPts val="500"/>
        </a:spcBef>
        <a:buFont typeface="Arial"/>
        <a:buChar char="•"/>
        <a:defRPr sz="1600" kern="1200">
          <a:solidFill>
            <a:srgbClr val="DE1B54"/>
          </a:solidFill>
          <a:latin typeface="Arial"/>
          <a:ea typeface="Arial"/>
          <a:cs typeface="Arial"/>
        </a:defRPr>
      </a:lvl4pPr>
      <a:lvl5pPr marL="2057400" indent="-228600" algn="l" defTabSz="914400" rtl="0" eaLnBrk="1" latinLnBrk="0" hangingPunct="1">
        <a:lnSpc>
          <a:spcPct val="90000"/>
        </a:lnSpc>
        <a:spcBef>
          <a:spcPts val="500"/>
        </a:spcBef>
        <a:buFont typeface="Arial"/>
        <a:buChar char="•"/>
        <a:defRPr sz="1600" kern="1200">
          <a:solidFill>
            <a:schemeClr val="tx1"/>
          </a:solidFill>
          <a:latin typeface="Arial"/>
          <a:ea typeface="Arial"/>
          <a:cs typeface="Arial"/>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3" name="Footer Placeholder 4">
            <a:extLst>
              <a:ext uri="{FF2B5EF4-FFF2-40B4-BE49-F238E27FC236}">
                <a16:creationId xmlns:a16="http://schemas.microsoft.com/office/drawing/2014/main" id="{69DD1E58-0715-476F-D216-5EFFBBBD7397}"/>
              </a:ext>
            </a:extLst>
          </p:cNvPr>
          <p:cNvSpPr txBox="1">
            <a:spLocks/>
          </p:cNvSpPr>
          <p:nvPr userDrawn="1"/>
        </p:nvSpPr>
        <p:spPr>
          <a:xfrm>
            <a:off x="10107561" y="6341806"/>
            <a:ext cx="1858297" cy="372404"/>
          </a:xfrm>
          <a:prstGeom prst="rect">
            <a:avLst/>
          </a:prstGeom>
          <a:ln>
            <a:noFill/>
          </a:ln>
        </p:spPr>
        <p:txBody>
          <a:bodyPr vert="horz" lIns="0" tIns="0" rIns="0" bIns="0" rtlCol="0" anchor="ct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dirty="0">
                <a:solidFill>
                  <a:schemeClr val="accent6"/>
                </a:solidFill>
                <a:latin typeface="Tahoma" panose="020B0604030504040204" pitchFamily="34" charset="0"/>
              </a:rPr>
              <a:t>© 2024 Prolifics</a:t>
            </a:r>
          </a:p>
        </p:txBody>
      </p:sp>
      <p:grpSp>
        <p:nvGrpSpPr>
          <p:cNvPr id="2" name="Group 1">
            <a:extLst>
              <a:ext uri="{FF2B5EF4-FFF2-40B4-BE49-F238E27FC236}">
                <a16:creationId xmlns:a16="http://schemas.microsoft.com/office/drawing/2014/main" id="{8DD376AE-08E2-DDFA-5B94-63E0F5589799}"/>
              </a:ext>
            </a:extLst>
          </p:cNvPr>
          <p:cNvGrpSpPr/>
          <p:nvPr userDrawn="1"/>
        </p:nvGrpSpPr>
        <p:grpSpPr>
          <a:xfrm>
            <a:off x="0" y="199"/>
            <a:ext cx="383458" cy="6857801"/>
            <a:chOff x="0" y="199"/>
            <a:chExt cx="383458" cy="6857801"/>
          </a:xfrm>
        </p:grpSpPr>
        <p:sp>
          <p:nvSpPr>
            <p:cNvPr id="6" name="Rectangle 5">
              <a:extLst>
                <a:ext uri="{FF2B5EF4-FFF2-40B4-BE49-F238E27FC236}">
                  <a16:creationId xmlns:a16="http://schemas.microsoft.com/office/drawing/2014/main" id="{4FE0370B-E798-E491-2494-B81BDCCBDF68}"/>
                </a:ext>
              </a:extLst>
            </p:cNvPr>
            <p:cNvSpPr>
              <a:spLocks/>
            </p:cNvSpPr>
            <p:nvPr/>
          </p:nvSpPr>
          <p:spPr>
            <a:xfrm rot="10800000">
              <a:off x="0" y="199"/>
              <a:ext cx="383457" cy="1371560"/>
            </a:xfrm>
            <a:prstGeom prst="rect">
              <a:avLst/>
            </a:prstGeom>
            <a:solidFill>
              <a:srgbClr val="003366"/>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sz="1199">
                <a:latin typeface="Tahoma" panose="020B0604030504040204" pitchFamily="34" charset="0"/>
              </a:endParaRPr>
            </a:p>
          </p:txBody>
        </p:sp>
        <p:sp>
          <p:nvSpPr>
            <p:cNvPr id="9" name="Rectangle 8">
              <a:extLst>
                <a:ext uri="{FF2B5EF4-FFF2-40B4-BE49-F238E27FC236}">
                  <a16:creationId xmlns:a16="http://schemas.microsoft.com/office/drawing/2014/main" id="{24496C7D-50AE-1A11-5A7E-3278352473AC}"/>
                </a:ext>
              </a:extLst>
            </p:cNvPr>
            <p:cNvSpPr>
              <a:spLocks/>
            </p:cNvSpPr>
            <p:nvPr/>
          </p:nvSpPr>
          <p:spPr>
            <a:xfrm rot="10800000">
              <a:off x="1" y="1371759"/>
              <a:ext cx="383457" cy="1371560"/>
            </a:xfrm>
            <a:prstGeom prst="rect">
              <a:avLst/>
            </a:prstGeom>
            <a:solidFill>
              <a:srgbClr val="006699"/>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sz="1199">
                <a:latin typeface="Tahoma" panose="020B0604030504040204" pitchFamily="34" charset="0"/>
              </a:endParaRPr>
            </a:p>
          </p:txBody>
        </p:sp>
        <p:sp>
          <p:nvSpPr>
            <p:cNvPr id="10" name="Rectangle 9">
              <a:extLst>
                <a:ext uri="{FF2B5EF4-FFF2-40B4-BE49-F238E27FC236}">
                  <a16:creationId xmlns:a16="http://schemas.microsoft.com/office/drawing/2014/main" id="{1542B8C8-349E-A5CD-D28D-B840EC4D6FB4}"/>
                </a:ext>
              </a:extLst>
            </p:cNvPr>
            <p:cNvSpPr>
              <a:spLocks/>
            </p:cNvSpPr>
            <p:nvPr/>
          </p:nvSpPr>
          <p:spPr>
            <a:xfrm rot="10800000">
              <a:off x="1" y="2743319"/>
              <a:ext cx="383457" cy="1371560"/>
            </a:xfrm>
            <a:prstGeom prst="rect">
              <a:avLst/>
            </a:prstGeom>
            <a:solidFill>
              <a:srgbClr val="1799CE"/>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sz="1199">
                <a:latin typeface="Tahoma" panose="020B0604030504040204" pitchFamily="34" charset="0"/>
              </a:endParaRPr>
            </a:p>
          </p:txBody>
        </p:sp>
        <p:sp>
          <p:nvSpPr>
            <p:cNvPr id="12" name="Rectangle 11">
              <a:extLst>
                <a:ext uri="{FF2B5EF4-FFF2-40B4-BE49-F238E27FC236}">
                  <a16:creationId xmlns:a16="http://schemas.microsoft.com/office/drawing/2014/main" id="{959966E1-FC36-B4B9-81F4-8E2DB8D4BD05}"/>
                </a:ext>
              </a:extLst>
            </p:cNvPr>
            <p:cNvSpPr>
              <a:spLocks/>
            </p:cNvSpPr>
            <p:nvPr/>
          </p:nvSpPr>
          <p:spPr>
            <a:xfrm rot="10800000">
              <a:off x="1" y="5486440"/>
              <a:ext cx="383457" cy="1371560"/>
            </a:xfrm>
            <a:prstGeom prst="rect">
              <a:avLst/>
            </a:prstGeom>
            <a:solidFill>
              <a:srgbClr val="F89939"/>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sz="1199">
                <a:latin typeface="Tahoma" panose="020B0604030504040204" pitchFamily="34" charset="0"/>
              </a:endParaRPr>
            </a:p>
          </p:txBody>
        </p:sp>
        <p:sp>
          <p:nvSpPr>
            <p:cNvPr id="11" name="Rectangle 10">
              <a:extLst>
                <a:ext uri="{FF2B5EF4-FFF2-40B4-BE49-F238E27FC236}">
                  <a16:creationId xmlns:a16="http://schemas.microsoft.com/office/drawing/2014/main" id="{64C4A192-65F0-6323-3261-28D2061F0DC4}"/>
                </a:ext>
              </a:extLst>
            </p:cNvPr>
            <p:cNvSpPr>
              <a:spLocks/>
            </p:cNvSpPr>
            <p:nvPr/>
          </p:nvSpPr>
          <p:spPr>
            <a:xfrm rot="10800000">
              <a:off x="1" y="4114880"/>
              <a:ext cx="383457" cy="1371560"/>
            </a:xfrm>
            <a:prstGeom prst="rect">
              <a:avLst/>
            </a:prstGeom>
            <a:solidFill>
              <a:srgbClr val="98CD67"/>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sz="1199">
                <a:latin typeface="Tahoma" panose="020B0604030504040204" pitchFamily="34" charset="0"/>
              </a:endParaRPr>
            </a:p>
          </p:txBody>
        </p:sp>
      </p:grpSp>
    </p:spTree>
    <p:extLst>
      <p:ext uri="{BB962C8B-B14F-4D97-AF65-F5344CB8AC3E}">
        <p14:creationId xmlns:p14="http://schemas.microsoft.com/office/powerpoint/2010/main" val="38745166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8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hyperlink" Target="https://www.ibm.com/docs/en/db2/11.1?topic=maintenance-configuring-automated-policy" TargetMode="External"/><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hyperlink" Target="https://ibm.github.io/db2-dsmtop-wiki/" TargetMode="External"/><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hyperlink" Target="https://www.ibm.com/docs/en/db2-data-mgr-console/3.1.x?topic=console-overview"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8" Type="http://schemas.openxmlformats.org/officeDocument/2006/relationships/hyperlink" Target="https://www.ibm.com/docs/en/db2-data-mgr-console/3.1.x?topic=console-overview" TargetMode="External"/><Relationship Id="rId13" Type="http://schemas.openxmlformats.org/officeDocument/2006/relationships/hyperlink" Target="https://kubicakacper.medium.com/how-to-properly-reorg-a-table-in-db2-luw-different-scenarios-7e53b5f9c09f" TargetMode="External"/><Relationship Id="rId3" Type="http://schemas.openxmlformats.org/officeDocument/2006/relationships/hyperlink" Target="https://public.dhe.ibm.com/ps/products/db2/info/vr111/pdf/en_US/" TargetMode="External"/><Relationship Id="rId7" Type="http://schemas.openxmlformats.org/officeDocument/2006/relationships/hyperlink" Target="https://ibm.github.io/db2-dsmtop-wiki" TargetMode="External"/><Relationship Id="rId12" Type="http://schemas.openxmlformats.org/officeDocument/2006/relationships/hyperlink" Target="https://www.ibm.com/docs/en/db2/11.1?topic=views-monitor-procedures-functions" TargetMode="External"/><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hyperlink" Target="https://github.com/IBM/db2-samples/blob/master/automaintcfg/DB2MaintenanceWindowPolicySample.xml" TargetMode="External"/><Relationship Id="rId11" Type="http://schemas.openxmlformats.org/officeDocument/2006/relationships/hyperlink" Target="https://www.ibm.com/docs/en/db2/11.1?topic=views-monitor" TargetMode="External"/><Relationship Id="rId5" Type="http://schemas.openxmlformats.org/officeDocument/2006/relationships/hyperlink" Target="https://github.com/IBM/db2-samples/blob/master/automaintcfg/DB2AutoRunstatsPolicySample.xml" TargetMode="External"/><Relationship Id="rId10" Type="http://schemas.openxmlformats.org/officeDocument/2006/relationships/hyperlink" Target="https://www.ibm.com/docs/en/db2/11.1?topic=performance-basic-set-system-monitor-elements" TargetMode="External"/><Relationship Id="rId4" Type="http://schemas.openxmlformats.org/officeDocument/2006/relationships/hyperlink" Target="https://www.ibm.com/docs/en/db2/11.1?topic=maintenance-configuring-automated-policy" TargetMode="External"/><Relationship Id="rId9" Type="http://schemas.openxmlformats.org/officeDocument/2006/relationships/hyperlink" Target="https://github.com/IBM/db2-samples/blob/master/db_library/views/db_app_rows_per_sec.sql" TargetMode="External"/><Relationship Id="rId14" Type="http://schemas.openxmlformats.org/officeDocument/2006/relationships/hyperlink" Target="https://ibm-mas.github.io/mas-performance/pd/db2-performance-diagnosis/" TargetMode="External"/></Relationships>
</file>

<file path=ppt/slides/_rels/slide11.xml.rels><?xml version="1.0" encoding="UTF-8" standalone="yes"?>
<Relationships xmlns="http://schemas.openxmlformats.org/package/2006/relationships"><Relationship Id="rId13" Type="http://schemas.openxmlformats.org/officeDocument/2006/relationships/image" Target="../media/image24.png"/><Relationship Id="rId18" Type="http://schemas.openxmlformats.org/officeDocument/2006/relationships/image" Target="../media/image29.png"/><Relationship Id="rId26" Type="http://schemas.openxmlformats.org/officeDocument/2006/relationships/image" Target="../media/image37.png"/><Relationship Id="rId39" Type="http://schemas.openxmlformats.org/officeDocument/2006/relationships/image" Target="../media/image50.png"/><Relationship Id="rId21" Type="http://schemas.openxmlformats.org/officeDocument/2006/relationships/image" Target="../media/image32.png"/><Relationship Id="rId34" Type="http://schemas.openxmlformats.org/officeDocument/2006/relationships/image" Target="../media/image45.jpeg"/><Relationship Id="rId7" Type="http://schemas.openxmlformats.org/officeDocument/2006/relationships/image" Target="../media/image18.png"/><Relationship Id="rId2" Type="http://schemas.openxmlformats.org/officeDocument/2006/relationships/notesSlide" Target="../notesSlides/notesSlide10.xml"/><Relationship Id="rId16" Type="http://schemas.openxmlformats.org/officeDocument/2006/relationships/image" Target="../media/image27.png"/><Relationship Id="rId20" Type="http://schemas.openxmlformats.org/officeDocument/2006/relationships/image" Target="../media/image31.jpeg"/><Relationship Id="rId29" Type="http://schemas.openxmlformats.org/officeDocument/2006/relationships/image" Target="../media/image40.png"/><Relationship Id="rId41" Type="http://schemas.openxmlformats.org/officeDocument/2006/relationships/image" Target="../media/image52.png"/><Relationship Id="rId1" Type="http://schemas.openxmlformats.org/officeDocument/2006/relationships/slideLayout" Target="../slideLayouts/slideLayout17.xml"/><Relationship Id="rId6" Type="http://schemas.openxmlformats.org/officeDocument/2006/relationships/image" Target="../media/image17.png"/><Relationship Id="rId11" Type="http://schemas.openxmlformats.org/officeDocument/2006/relationships/image" Target="../media/image22.png"/><Relationship Id="rId24" Type="http://schemas.openxmlformats.org/officeDocument/2006/relationships/image" Target="../media/image35.jpeg"/><Relationship Id="rId32" Type="http://schemas.openxmlformats.org/officeDocument/2006/relationships/image" Target="../media/image43.jpeg"/><Relationship Id="rId37" Type="http://schemas.openxmlformats.org/officeDocument/2006/relationships/image" Target="../media/image48.png"/><Relationship Id="rId40" Type="http://schemas.openxmlformats.org/officeDocument/2006/relationships/image" Target="../media/image51.jpg"/><Relationship Id="rId5" Type="http://schemas.openxmlformats.org/officeDocument/2006/relationships/image" Target="../media/image16.jpeg"/><Relationship Id="rId15" Type="http://schemas.openxmlformats.org/officeDocument/2006/relationships/image" Target="../media/image26.png"/><Relationship Id="rId23" Type="http://schemas.openxmlformats.org/officeDocument/2006/relationships/image" Target="../media/image34.png"/><Relationship Id="rId28" Type="http://schemas.openxmlformats.org/officeDocument/2006/relationships/image" Target="../media/image39.png"/><Relationship Id="rId36" Type="http://schemas.openxmlformats.org/officeDocument/2006/relationships/image" Target="../media/image47.png"/><Relationship Id="rId10" Type="http://schemas.openxmlformats.org/officeDocument/2006/relationships/image" Target="../media/image21.png"/><Relationship Id="rId19" Type="http://schemas.openxmlformats.org/officeDocument/2006/relationships/image" Target="../media/image30.png"/><Relationship Id="rId31" Type="http://schemas.openxmlformats.org/officeDocument/2006/relationships/image" Target="../media/image42.pn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25.png"/><Relationship Id="rId22" Type="http://schemas.openxmlformats.org/officeDocument/2006/relationships/image" Target="../media/image33.jpeg"/><Relationship Id="rId27" Type="http://schemas.openxmlformats.org/officeDocument/2006/relationships/image" Target="../media/image38.png"/><Relationship Id="rId30" Type="http://schemas.openxmlformats.org/officeDocument/2006/relationships/image" Target="../media/image41.jpeg"/><Relationship Id="rId35" Type="http://schemas.openxmlformats.org/officeDocument/2006/relationships/image" Target="../media/image46.png"/><Relationship Id="rId8" Type="http://schemas.openxmlformats.org/officeDocument/2006/relationships/image" Target="../media/image19.png"/><Relationship Id="rId3" Type="http://schemas.openxmlformats.org/officeDocument/2006/relationships/image" Target="../media/image14.png"/><Relationship Id="rId12" Type="http://schemas.openxmlformats.org/officeDocument/2006/relationships/image" Target="../media/image23.png"/><Relationship Id="rId17" Type="http://schemas.openxmlformats.org/officeDocument/2006/relationships/image" Target="../media/image28.png"/><Relationship Id="rId25" Type="http://schemas.openxmlformats.org/officeDocument/2006/relationships/image" Target="../media/image36.jpeg"/><Relationship Id="rId33" Type="http://schemas.openxmlformats.org/officeDocument/2006/relationships/image" Target="../media/image44.png"/><Relationship Id="rId38"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E076CA-968A-36D3-1BC9-17B977B4CC01}"/>
              </a:ext>
            </a:extLst>
          </p:cNvPr>
          <p:cNvSpPr>
            <a:spLocks noGrp="1"/>
          </p:cNvSpPr>
          <p:nvPr>
            <p:ph type="ctrTitle"/>
          </p:nvPr>
        </p:nvSpPr>
        <p:spPr>
          <a:xfrm>
            <a:off x="565724" y="1175075"/>
            <a:ext cx="11059424" cy="756483"/>
          </a:xfrm>
        </p:spPr>
        <p:txBody>
          <a:bodyPr/>
          <a:lstStyle/>
          <a:p>
            <a:r>
              <a:rPr lang="en-GB" dirty="0"/>
              <a:t>Prolifics UK – </a:t>
            </a:r>
            <a:br>
              <a:rPr lang="en-GB" dirty="0"/>
            </a:br>
            <a:r>
              <a:rPr lang="en-GB" dirty="0"/>
              <a:t>IBM DB2 V11.1 Report</a:t>
            </a:r>
          </a:p>
        </p:txBody>
      </p:sp>
      <p:sp>
        <p:nvSpPr>
          <p:cNvPr id="5" name="Subtitle 4">
            <a:extLst>
              <a:ext uri="{FF2B5EF4-FFF2-40B4-BE49-F238E27FC236}">
                <a16:creationId xmlns:a16="http://schemas.microsoft.com/office/drawing/2014/main" id="{635A5E66-0A5A-32E4-3B60-8EC135838503}"/>
              </a:ext>
            </a:extLst>
          </p:cNvPr>
          <p:cNvSpPr>
            <a:spLocks noGrp="1"/>
          </p:cNvSpPr>
          <p:nvPr>
            <p:ph type="subTitle" idx="1"/>
          </p:nvPr>
        </p:nvSpPr>
        <p:spPr>
          <a:xfrm>
            <a:off x="566287" y="4551996"/>
            <a:ext cx="11059425" cy="499510"/>
          </a:xfrm>
        </p:spPr>
        <p:txBody>
          <a:bodyPr/>
          <a:lstStyle/>
          <a:p>
            <a:r>
              <a:rPr lang="en-GB" dirty="0"/>
              <a:t>20/03/2025</a:t>
            </a:r>
          </a:p>
        </p:txBody>
      </p:sp>
      <p:sp>
        <p:nvSpPr>
          <p:cNvPr id="6" name="Text Placeholder 5">
            <a:extLst>
              <a:ext uri="{FF2B5EF4-FFF2-40B4-BE49-F238E27FC236}">
                <a16:creationId xmlns:a16="http://schemas.microsoft.com/office/drawing/2014/main" id="{5EF07257-3751-5F54-CEC6-08B6ACC88D78}"/>
              </a:ext>
            </a:extLst>
          </p:cNvPr>
          <p:cNvSpPr>
            <a:spLocks noGrp="1"/>
          </p:cNvSpPr>
          <p:nvPr>
            <p:ph type="body" sz="quarter" idx="13"/>
          </p:nvPr>
        </p:nvSpPr>
        <p:spPr>
          <a:xfrm>
            <a:off x="566623" y="3983150"/>
            <a:ext cx="11058525" cy="600075"/>
          </a:xfrm>
        </p:spPr>
        <p:txBody>
          <a:bodyPr/>
          <a:lstStyle/>
          <a:p>
            <a:r>
              <a:rPr lang="en-GB" dirty="0"/>
              <a:t>For</a:t>
            </a:r>
          </a:p>
        </p:txBody>
      </p:sp>
    </p:spTree>
    <p:extLst>
      <p:ext uri="{BB962C8B-B14F-4D97-AF65-F5344CB8AC3E}">
        <p14:creationId xmlns:p14="http://schemas.microsoft.com/office/powerpoint/2010/main" val="1944364585"/>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A39D8-0C54-911C-F711-7A73E65FB6A7}"/>
              </a:ext>
            </a:extLst>
          </p:cNvPr>
          <p:cNvSpPr>
            <a:spLocks noGrp="1"/>
          </p:cNvSpPr>
          <p:nvPr>
            <p:ph type="title"/>
          </p:nvPr>
        </p:nvSpPr>
        <p:spPr>
          <a:prstGeom prst="rect">
            <a:avLst/>
          </a:prstGeom>
        </p:spPr>
        <p:txBody>
          <a:bodyPr>
            <a:noAutofit/>
          </a:bodyPr>
          <a:lstStyle/>
          <a:p>
            <a:r>
              <a:rPr lang="en-GB" sz="3600" dirty="0">
                <a:solidFill>
                  <a:srgbClr val="002060"/>
                </a:solidFill>
              </a:rPr>
              <a:t>Introduction</a:t>
            </a:r>
          </a:p>
        </p:txBody>
      </p:sp>
      <p:graphicFrame>
        <p:nvGraphicFramePr>
          <p:cNvPr id="6" name="Table 5">
            <a:extLst>
              <a:ext uri="{FF2B5EF4-FFF2-40B4-BE49-F238E27FC236}">
                <a16:creationId xmlns:a16="http://schemas.microsoft.com/office/drawing/2014/main" id="{9837D730-6D8F-7974-0FAB-55998419C316}"/>
              </a:ext>
            </a:extLst>
          </p:cNvPr>
          <p:cNvGraphicFramePr>
            <a:graphicFrameLocks noGrp="1"/>
          </p:cNvGraphicFramePr>
          <p:nvPr>
            <p:extLst>
              <p:ext uri="{D42A27DB-BD31-4B8C-83A1-F6EECF244321}">
                <p14:modId xmlns:p14="http://schemas.microsoft.com/office/powerpoint/2010/main" val="869423500"/>
              </p:ext>
            </p:extLst>
          </p:nvPr>
        </p:nvGraphicFramePr>
        <p:xfrm>
          <a:off x="1247775" y="1370535"/>
          <a:ext cx="9725025" cy="1240155"/>
        </p:xfrm>
        <a:graphic>
          <a:graphicData uri="http://schemas.openxmlformats.org/drawingml/2006/table">
            <a:tbl>
              <a:tblPr bandRow="1">
                <a:tableStyleId>{5C22544A-7EE6-4342-B048-85BDC9FD1C3A}</a:tableStyleId>
              </a:tblPr>
              <a:tblGrid>
                <a:gridCol w="9725025">
                  <a:extLst>
                    <a:ext uri="{9D8B030D-6E8A-4147-A177-3AD203B41FA5}">
                      <a16:colId xmlns:a16="http://schemas.microsoft.com/office/drawing/2014/main" val="3420147065"/>
                    </a:ext>
                  </a:extLst>
                </a:gridCol>
              </a:tblGrid>
              <a:tr h="180975">
                <a:tc>
                  <a:txBody>
                    <a:bodyPr/>
                    <a:lstStyle/>
                    <a:p>
                      <a:pPr fontAlgn="b"/>
                      <a:r>
                        <a:rPr lang="en-US" sz="1400" b="1" dirty="0">
                          <a:solidFill>
                            <a:schemeClr val="bg1"/>
                          </a:solidFill>
                          <a:effectLst/>
                          <a:latin typeface="Arial"/>
                        </a:rPr>
                        <a:t>Scope</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2861167193"/>
                  </a:ext>
                </a:extLst>
              </a:tr>
              <a:tr h="971550">
                <a:tc>
                  <a:txBody>
                    <a:bodyPr/>
                    <a:lstStyle/>
                    <a:p>
                      <a:pPr algn="ctr" fontAlgn="b"/>
                      <a:r>
                        <a:rPr lang="en-US" sz="1100" dirty="0">
                          <a:effectLst/>
                          <a:latin typeface="Arial"/>
                        </a:rPr>
                        <a:t>The request from CUSTOMER was to investigate the XXX DB2 database identifying any misconfiguration or opportunities for improvements, whilst providing a background introduction to CUSTOMER about DB2.</a:t>
                      </a:r>
                    </a:p>
                    <a:p>
                      <a:pPr algn="ctr" fontAlgn="b"/>
                      <a:endParaRPr lang="en-US" sz="1100" dirty="0">
                        <a:effectLst/>
                        <a:latin typeface="Arial"/>
                      </a:endParaRPr>
                    </a:p>
                    <a:p>
                      <a:pPr algn="ctr" fontAlgn="b"/>
                      <a:r>
                        <a:rPr lang="en-US" sz="1100" dirty="0">
                          <a:effectLst/>
                          <a:latin typeface="Arial"/>
                        </a:rPr>
                        <a:t>This document is produced for preprod and should be the basis of capturing statistics for production, to identify any changes that should be considered.</a:t>
                      </a:r>
                    </a:p>
                    <a:p>
                      <a:pPr algn="ctr" fontAlgn="b"/>
                      <a:r>
                        <a:rPr lang="en-US" sz="1100" dirty="0">
                          <a:effectLst/>
                          <a:latin typeface="Arial"/>
                        </a:rPr>
                        <a:t>All changes should be tested in preprod first, with appropriate baseline loads before and after the changes to evaluate the effectiveness.</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71980231"/>
                  </a:ext>
                </a:extLst>
              </a:tr>
            </a:tbl>
          </a:graphicData>
        </a:graphic>
      </p:graphicFrame>
    </p:spTree>
    <p:extLst>
      <p:ext uri="{BB962C8B-B14F-4D97-AF65-F5344CB8AC3E}">
        <p14:creationId xmlns:p14="http://schemas.microsoft.com/office/powerpoint/2010/main" val="269848196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82289-1F69-64BA-7621-102F1247E8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313B79-7D51-0C15-76FE-FFEDFE23E433}"/>
              </a:ext>
            </a:extLst>
          </p:cNvPr>
          <p:cNvSpPr>
            <a:spLocks noGrp="1"/>
          </p:cNvSpPr>
          <p:nvPr>
            <p:ph type="title"/>
          </p:nvPr>
        </p:nvSpPr>
        <p:spPr>
          <a:prstGeom prst="rect">
            <a:avLst/>
          </a:prstGeom>
        </p:spPr>
        <p:txBody>
          <a:bodyPr>
            <a:noAutofit/>
          </a:bodyPr>
          <a:lstStyle/>
          <a:p>
            <a:r>
              <a:rPr lang="en-GB" sz="3600" dirty="0">
                <a:solidFill>
                  <a:srgbClr val="002060"/>
                </a:solidFill>
              </a:rPr>
              <a:t>Summary</a:t>
            </a:r>
          </a:p>
        </p:txBody>
      </p:sp>
      <p:graphicFrame>
        <p:nvGraphicFramePr>
          <p:cNvPr id="13" name="Table 12">
            <a:extLst>
              <a:ext uri="{FF2B5EF4-FFF2-40B4-BE49-F238E27FC236}">
                <a16:creationId xmlns:a16="http://schemas.microsoft.com/office/drawing/2014/main" id="{ACF40976-9012-D50A-E7B4-5DFA0C8F04FB}"/>
              </a:ext>
            </a:extLst>
          </p:cNvPr>
          <p:cNvGraphicFramePr>
            <a:graphicFrameLocks noGrp="1"/>
          </p:cNvGraphicFramePr>
          <p:nvPr>
            <p:extLst>
              <p:ext uri="{D42A27DB-BD31-4B8C-83A1-F6EECF244321}">
                <p14:modId xmlns:p14="http://schemas.microsoft.com/office/powerpoint/2010/main" val="2591126040"/>
              </p:ext>
            </p:extLst>
          </p:nvPr>
        </p:nvGraphicFramePr>
        <p:xfrm>
          <a:off x="1519266" y="1456659"/>
          <a:ext cx="9187180" cy="4215765"/>
        </p:xfrm>
        <a:graphic>
          <a:graphicData uri="http://schemas.openxmlformats.org/drawingml/2006/table">
            <a:tbl>
              <a:tblPr bandRow="1">
                <a:tableStyleId>{5C22544A-7EE6-4342-B048-85BDC9FD1C3A}</a:tableStyleId>
              </a:tblPr>
              <a:tblGrid>
                <a:gridCol w="4593590">
                  <a:extLst>
                    <a:ext uri="{9D8B030D-6E8A-4147-A177-3AD203B41FA5}">
                      <a16:colId xmlns:a16="http://schemas.microsoft.com/office/drawing/2014/main" val="3410706246"/>
                    </a:ext>
                  </a:extLst>
                </a:gridCol>
                <a:gridCol w="4593590">
                  <a:extLst>
                    <a:ext uri="{9D8B030D-6E8A-4147-A177-3AD203B41FA5}">
                      <a16:colId xmlns:a16="http://schemas.microsoft.com/office/drawing/2014/main" val="3607586846"/>
                    </a:ext>
                  </a:extLst>
                </a:gridCol>
              </a:tblGrid>
              <a:tr h="177831">
                <a:tc>
                  <a:txBody>
                    <a:bodyPr/>
                    <a:lstStyle/>
                    <a:p>
                      <a:pPr fontAlgn="b"/>
                      <a:r>
                        <a:rPr lang="en-US" sz="1100" b="1" dirty="0">
                          <a:solidFill>
                            <a:schemeClr val="bg1"/>
                          </a:solidFill>
                          <a:effectLst/>
                          <a:latin typeface="+mn-lt"/>
                        </a:rPr>
                        <a:t>General Settings (</a:t>
                      </a:r>
                      <a:r>
                        <a:rPr lang="en-US" sz="1100" b="1" dirty="0" err="1">
                          <a:solidFill>
                            <a:schemeClr val="bg1"/>
                          </a:solidFill>
                          <a:effectLst/>
                          <a:latin typeface="+mn-lt"/>
                        </a:rPr>
                        <a:t>PreProd</a:t>
                      </a:r>
                      <a:r>
                        <a:rPr lang="en-US" sz="1100" b="1" dirty="0">
                          <a:solidFill>
                            <a:schemeClr val="bg1"/>
                          </a:solidFill>
                          <a:effectLst/>
                          <a:latin typeface="+mn-lt"/>
                        </a:rPr>
                        <a:t>)</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fontAlgn="b"/>
                      <a:endParaRPr lang="en-US" sz="1100" b="1" dirty="0">
                        <a:solidFill>
                          <a:schemeClr val="bg1"/>
                        </a:solidFill>
                        <a:effectLst/>
                        <a:latin typeface="+mn-lt"/>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1580365578"/>
                  </a:ext>
                </a:extLst>
              </a:tr>
              <a:tr h="180975">
                <a:tc>
                  <a:txBody>
                    <a:bodyPr/>
                    <a:lstStyle/>
                    <a:p>
                      <a:r>
                        <a:rPr lang="en-GB" sz="1100" b="1" kern="1200" dirty="0">
                          <a:solidFill>
                            <a:schemeClr val="dk1"/>
                          </a:solidFill>
                          <a:effectLst/>
                          <a:latin typeface="+mn-lt"/>
                          <a:ea typeface="+mn-ea"/>
                          <a:cs typeface="+mn-cs"/>
                        </a:rPr>
                        <a:t>Database Name:</a:t>
                      </a:r>
                      <a:endParaRPr lang="en-US" sz="1100" dirty="0">
                        <a:effectLst/>
                        <a:latin typeface="+mn-lt"/>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b"/>
                      <a:r>
                        <a:rPr lang="en-GB" sz="1100" kern="1200" dirty="0">
                          <a:solidFill>
                            <a:schemeClr val="dk1"/>
                          </a:solidFill>
                          <a:effectLst/>
                          <a:latin typeface="+mn-lt"/>
                          <a:ea typeface="+mn-ea"/>
                          <a:cs typeface="+mn-cs"/>
                        </a:rPr>
                        <a:t>DB76 (</a:t>
                      </a:r>
                      <a:r>
                        <a:rPr lang="en-GB" sz="1100" kern="1200" dirty="0" err="1">
                          <a:solidFill>
                            <a:schemeClr val="dk1"/>
                          </a:solidFill>
                          <a:effectLst/>
                          <a:latin typeface="+mn-lt"/>
                          <a:ea typeface="+mn-ea"/>
                          <a:cs typeface="+mn-cs"/>
                        </a:rPr>
                        <a:t>PreProd</a:t>
                      </a:r>
                      <a:r>
                        <a:rPr lang="en-GB" sz="1100" kern="1200" dirty="0">
                          <a:solidFill>
                            <a:schemeClr val="dk1"/>
                          </a:solidFill>
                          <a:effectLst/>
                          <a:latin typeface="+mn-lt"/>
                          <a:ea typeface="+mn-ea"/>
                          <a:cs typeface="+mn-cs"/>
                        </a:rPr>
                        <a:t>)</a:t>
                      </a:r>
                      <a:endParaRPr lang="en-US" sz="1100" dirty="0">
                        <a:effectLst/>
                        <a:latin typeface="+mn-lt"/>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64009292"/>
                  </a:ext>
                </a:extLst>
              </a:tr>
              <a:tr h="180975">
                <a:tc>
                  <a:txBody>
                    <a:bodyPr/>
                    <a:lstStyle/>
                    <a:p>
                      <a:pPr fontAlgn="b"/>
                      <a:r>
                        <a:rPr lang="en-GB" sz="1100" b="1" kern="1200" dirty="0">
                          <a:solidFill>
                            <a:schemeClr val="dk1"/>
                          </a:solidFill>
                          <a:effectLst/>
                          <a:latin typeface="+mn-lt"/>
                          <a:ea typeface="+mn-ea"/>
                          <a:cs typeface="+mn-cs"/>
                        </a:rPr>
                        <a:t>Instance Name:</a:t>
                      </a:r>
                      <a:r>
                        <a:rPr lang="en-GB" sz="1100" kern="1200" dirty="0">
                          <a:solidFill>
                            <a:schemeClr val="dk1"/>
                          </a:solidFill>
                          <a:effectLst/>
                          <a:latin typeface="+mn-lt"/>
                          <a:ea typeface="+mn-ea"/>
                          <a:cs typeface="+mn-cs"/>
                        </a:rPr>
                        <a:t> </a:t>
                      </a:r>
                      <a:endParaRPr lang="en-US" sz="1100" dirty="0">
                        <a:effectLst/>
                        <a:latin typeface="+mn-lt"/>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b"/>
                      <a:r>
                        <a:rPr lang="en-US" sz="1100" dirty="0">
                          <a:effectLst/>
                          <a:latin typeface="+mn-lt"/>
                        </a:rPr>
                        <a:t>INST1</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78164456"/>
                  </a:ext>
                </a:extLst>
              </a:tr>
              <a:tr h="180975">
                <a:tc>
                  <a:txBody>
                    <a:bodyPr/>
                    <a:lstStyle/>
                    <a:p>
                      <a:pPr fontAlgn="b"/>
                      <a:r>
                        <a:rPr lang="en-GB" sz="1100" b="1" kern="1200" dirty="0">
                          <a:solidFill>
                            <a:schemeClr val="dk1"/>
                          </a:solidFill>
                          <a:effectLst/>
                          <a:latin typeface="+mn-lt"/>
                          <a:ea typeface="+mn-ea"/>
                          <a:cs typeface="+mn-cs"/>
                        </a:rPr>
                        <a:t>HADR Primary: </a:t>
                      </a:r>
                      <a:endParaRPr lang="en-US" sz="1100" dirty="0">
                        <a:effectLst/>
                        <a:latin typeface="+mn-lt"/>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b"/>
                      <a:r>
                        <a:rPr lang="en-GB" sz="1100" kern="1200" dirty="0">
                          <a:solidFill>
                            <a:schemeClr val="dk1"/>
                          </a:solidFill>
                          <a:effectLst/>
                          <a:latin typeface="+mn-lt"/>
                          <a:ea typeface="+mn-ea"/>
                          <a:cs typeface="+mn-cs"/>
                        </a:rPr>
                        <a:t>Ew2</a:t>
                      </a:r>
                      <a:endParaRPr lang="en-US" sz="1100" dirty="0">
                        <a:effectLst/>
                        <a:latin typeface="+mn-lt"/>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80022018"/>
                  </a:ext>
                </a:extLst>
              </a:tr>
              <a:tr h="18097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100" b="1" kern="1200" dirty="0">
                          <a:solidFill>
                            <a:schemeClr val="dk1"/>
                          </a:solidFill>
                          <a:effectLst/>
                          <a:latin typeface="+mn-lt"/>
                          <a:ea typeface="+mn-ea"/>
                          <a:cs typeface="+mn-cs"/>
                        </a:rPr>
                        <a:t>HADR Standby:</a:t>
                      </a:r>
                      <a:r>
                        <a:rPr lang="en-GB" sz="1100" kern="1200" dirty="0">
                          <a:solidFill>
                            <a:schemeClr val="dk1"/>
                          </a:solidFill>
                          <a:effectLst/>
                          <a:latin typeface="+mn-lt"/>
                          <a:ea typeface="+mn-ea"/>
                          <a:cs typeface="+mn-cs"/>
                        </a:rPr>
                        <a:t> </a:t>
                      </a:r>
                      <a:endParaRPr lang="en-US" sz="1100" dirty="0">
                        <a:effectLst/>
                        <a:latin typeface="+mn-lt"/>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100" kern="1200" dirty="0">
                          <a:solidFill>
                            <a:schemeClr val="dk1"/>
                          </a:solidFill>
                          <a:effectLst/>
                          <a:latin typeface="+mn-lt"/>
                          <a:ea typeface="+mn-ea"/>
                          <a:cs typeface="+mn-cs"/>
                        </a:rPr>
                        <a:t>Ew2</a:t>
                      </a:r>
                      <a:endParaRPr lang="en-US" sz="1100" dirty="0">
                        <a:effectLst/>
                        <a:latin typeface="+mn-lt"/>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06394255"/>
                  </a:ext>
                </a:extLst>
              </a:tr>
              <a:tr h="18097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100" b="1" kern="1200" dirty="0">
                          <a:solidFill>
                            <a:schemeClr val="dk1"/>
                          </a:solidFill>
                          <a:effectLst/>
                          <a:latin typeface="+mn-lt"/>
                          <a:ea typeface="+mn-ea"/>
                          <a:cs typeface="+mn-cs"/>
                        </a:rPr>
                        <a:t>DB2 Version:</a:t>
                      </a:r>
                      <a:r>
                        <a:rPr lang="en-GB" sz="1100" kern="1200" dirty="0">
                          <a:solidFill>
                            <a:schemeClr val="dk1"/>
                          </a:solidFill>
                          <a:effectLst/>
                          <a:latin typeface="+mn-lt"/>
                          <a:ea typeface="+mn-ea"/>
                          <a:cs typeface="+mn-cs"/>
                        </a:rPr>
                        <a:t> </a:t>
                      </a:r>
                      <a:endParaRPr lang="en-US" sz="1100" dirty="0">
                        <a:effectLst/>
                        <a:latin typeface="+mn-lt"/>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100" kern="1200" dirty="0">
                          <a:solidFill>
                            <a:schemeClr val="dk1"/>
                          </a:solidFill>
                          <a:effectLst/>
                          <a:latin typeface="+mn-lt"/>
                          <a:ea typeface="+mn-ea"/>
                          <a:cs typeface="+mn-cs"/>
                        </a:rPr>
                        <a:t>11.1.4.7</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77687575"/>
                  </a:ext>
                </a:extLst>
              </a:tr>
              <a:tr h="180975">
                <a:tc>
                  <a:txBody>
                    <a:bodyPr/>
                    <a:lstStyle/>
                    <a:p>
                      <a:pPr fontAlgn="b"/>
                      <a:r>
                        <a:rPr lang="en-GB" sz="1100" b="1" kern="1200" dirty="0">
                          <a:solidFill>
                            <a:schemeClr val="dk1"/>
                          </a:solidFill>
                          <a:effectLst/>
                          <a:latin typeface="+mn-lt"/>
                          <a:ea typeface="+mn-ea"/>
                          <a:cs typeface="+mn-cs"/>
                        </a:rPr>
                        <a:t>Install Location:</a:t>
                      </a:r>
                      <a:r>
                        <a:rPr lang="en-GB" sz="1100" kern="1200" dirty="0">
                          <a:solidFill>
                            <a:schemeClr val="dk1"/>
                          </a:solidFill>
                          <a:effectLst/>
                          <a:latin typeface="+mn-lt"/>
                          <a:ea typeface="+mn-ea"/>
                          <a:cs typeface="+mn-cs"/>
                        </a:rPr>
                        <a:t> </a:t>
                      </a:r>
                      <a:endParaRPr lang="en-US" sz="1100" dirty="0">
                        <a:effectLst/>
                        <a:latin typeface="+mn-lt"/>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b"/>
                      <a:r>
                        <a:rPr lang="en-GB" sz="1100" kern="1200" dirty="0">
                          <a:solidFill>
                            <a:schemeClr val="dk1"/>
                          </a:solidFill>
                          <a:effectLst/>
                          <a:latin typeface="+mn-lt"/>
                          <a:ea typeface="+mn-ea"/>
                          <a:cs typeface="+mn-cs"/>
                        </a:rPr>
                        <a:t>/opt/</a:t>
                      </a:r>
                      <a:r>
                        <a:rPr lang="en-GB" sz="1100" kern="1200" dirty="0" err="1">
                          <a:solidFill>
                            <a:schemeClr val="dk1"/>
                          </a:solidFill>
                          <a:effectLst/>
                          <a:latin typeface="+mn-lt"/>
                          <a:ea typeface="+mn-ea"/>
                          <a:cs typeface="+mn-cs"/>
                        </a:rPr>
                        <a:t>ibm</a:t>
                      </a:r>
                      <a:r>
                        <a:rPr lang="en-GB" sz="1100" kern="1200" dirty="0">
                          <a:solidFill>
                            <a:schemeClr val="dk1"/>
                          </a:solidFill>
                          <a:effectLst/>
                          <a:latin typeface="+mn-lt"/>
                          <a:ea typeface="+mn-ea"/>
                          <a:cs typeface="+mn-cs"/>
                        </a:rPr>
                        <a:t>/db2/V11.1 </a:t>
                      </a:r>
                      <a:endParaRPr lang="en-US" sz="1100" dirty="0">
                        <a:effectLst/>
                        <a:latin typeface="+mn-lt"/>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60833710"/>
                  </a:ext>
                </a:extLst>
              </a:tr>
              <a:tr h="180975">
                <a:tc>
                  <a:txBody>
                    <a:bodyPr/>
                    <a:lstStyle/>
                    <a:p>
                      <a:pPr fontAlgn="b"/>
                      <a:r>
                        <a:rPr lang="en-GB" sz="1100" b="1" kern="1200" dirty="0">
                          <a:solidFill>
                            <a:schemeClr val="dk1"/>
                          </a:solidFill>
                          <a:effectLst/>
                          <a:latin typeface="+mn-lt"/>
                          <a:ea typeface="+mn-ea"/>
                          <a:cs typeface="+mn-cs"/>
                        </a:rPr>
                        <a:t>Listening Port:</a:t>
                      </a:r>
                      <a:r>
                        <a:rPr lang="en-GB" sz="1100" kern="1200" dirty="0">
                          <a:solidFill>
                            <a:schemeClr val="dk1"/>
                          </a:solidFill>
                          <a:effectLst/>
                          <a:latin typeface="+mn-lt"/>
                          <a:ea typeface="+mn-ea"/>
                          <a:cs typeface="+mn-cs"/>
                        </a:rPr>
                        <a:t> </a:t>
                      </a:r>
                      <a:endParaRPr lang="en-US" sz="1100" dirty="0">
                        <a:effectLst/>
                        <a:latin typeface="+mn-lt"/>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b"/>
                      <a:r>
                        <a:rPr lang="en-US" sz="1100" dirty="0">
                          <a:effectLst/>
                          <a:latin typeface="+mn-lt"/>
                        </a:rPr>
                        <a:t>50005</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51472017"/>
                  </a:ext>
                </a:extLst>
              </a:tr>
              <a:tr h="180975">
                <a:tc>
                  <a:txBody>
                    <a:bodyPr/>
                    <a:lstStyle/>
                    <a:p>
                      <a:pPr fontAlgn="b"/>
                      <a:r>
                        <a:rPr lang="en-GB" sz="1100" b="1" kern="1200" dirty="0">
                          <a:solidFill>
                            <a:schemeClr val="dk1"/>
                          </a:solidFill>
                          <a:effectLst/>
                          <a:latin typeface="+mn-lt"/>
                          <a:ea typeface="+mn-ea"/>
                          <a:cs typeface="+mn-cs"/>
                        </a:rPr>
                        <a:t>HADR Port:</a:t>
                      </a:r>
                      <a:r>
                        <a:rPr lang="en-GB" sz="1100" kern="1200" dirty="0">
                          <a:solidFill>
                            <a:schemeClr val="dk1"/>
                          </a:solidFill>
                          <a:effectLst/>
                          <a:latin typeface="+mn-lt"/>
                          <a:ea typeface="+mn-ea"/>
                          <a:cs typeface="+mn-cs"/>
                        </a:rPr>
                        <a:t> </a:t>
                      </a:r>
                      <a:endParaRPr lang="en-US" sz="1100" dirty="0">
                        <a:effectLst/>
                        <a:latin typeface="+mn-lt"/>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b"/>
                      <a:r>
                        <a:rPr lang="en-US" sz="1100" dirty="0">
                          <a:effectLst/>
                          <a:latin typeface="+mn-lt"/>
                        </a:rPr>
                        <a:t>51005</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36482992"/>
                  </a:ext>
                </a:extLst>
              </a:tr>
              <a:tr h="18097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100" b="1" kern="1200" dirty="0">
                          <a:solidFill>
                            <a:schemeClr val="dk1"/>
                          </a:solidFill>
                          <a:effectLst/>
                          <a:latin typeface="+mn-lt"/>
                          <a:ea typeface="+mn-ea"/>
                          <a:cs typeface="+mn-cs"/>
                        </a:rPr>
                        <a:t>OS:</a:t>
                      </a:r>
                      <a:endParaRPr lang="en-US" sz="1100" dirty="0">
                        <a:effectLst/>
                        <a:latin typeface="+mn-lt"/>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b"/>
                      <a:r>
                        <a:rPr lang="en-US" sz="1100" dirty="0">
                          <a:effectLst/>
                          <a:latin typeface="+mn-lt"/>
                        </a:rPr>
                        <a:t>RHEL 8.8</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67101698"/>
                  </a:ext>
                </a:extLst>
              </a:tr>
              <a:tr h="180975">
                <a:tc>
                  <a:txBody>
                    <a:bodyPr/>
                    <a:lstStyle/>
                    <a:p>
                      <a:pPr fontAlgn="b"/>
                      <a:r>
                        <a:rPr lang="en-GB" sz="1100" b="1" kern="1200" dirty="0">
                          <a:solidFill>
                            <a:schemeClr val="dk1"/>
                          </a:solidFill>
                          <a:effectLst/>
                          <a:latin typeface="+mn-lt"/>
                          <a:ea typeface="+mn-ea"/>
                          <a:cs typeface="+mn-cs"/>
                        </a:rPr>
                        <a:t>Available RAM: </a:t>
                      </a:r>
                      <a:endParaRPr lang="en-US" sz="1100" dirty="0">
                        <a:effectLst/>
                        <a:latin typeface="+mn-lt"/>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b"/>
                      <a:r>
                        <a:rPr lang="en-US" sz="1100" dirty="0">
                          <a:effectLst/>
                          <a:latin typeface="+mn-lt"/>
                        </a:rPr>
                        <a:t>64GB</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64708911"/>
                  </a:ext>
                </a:extLst>
              </a:tr>
              <a:tr h="180975">
                <a:tc>
                  <a:txBody>
                    <a:bodyPr/>
                    <a:lstStyle/>
                    <a:p>
                      <a:pPr fontAlgn="b"/>
                      <a:r>
                        <a:rPr lang="en-GB" sz="1100" b="1" kern="1200" dirty="0">
                          <a:solidFill>
                            <a:schemeClr val="dk1"/>
                          </a:solidFill>
                          <a:effectLst/>
                          <a:latin typeface="+mn-lt"/>
                          <a:ea typeface="+mn-ea"/>
                          <a:cs typeface="+mn-cs"/>
                        </a:rPr>
                        <a:t>CPU: </a:t>
                      </a:r>
                      <a:endParaRPr lang="en-US" sz="1100" dirty="0">
                        <a:effectLst/>
                        <a:latin typeface="+mn-lt"/>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100" kern="1200" dirty="0">
                          <a:solidFill>
                            <a:schemeClr val="dk1"/>
                          </a:solidFill>
                          <a:effectLst/>
                          <a:latin typeface="+mn-lt"/>
                          <a:ea typeface="+mn-ea"/>
                          <a:cs typeface="+mn-cs"/>
                        </a:rPr>
                        <a:t>8 Cores (Intel(R) Xeon(R) Platinum 8375C CPU @ 2.90GHz)</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71728354"/>
                  </a:ext>
                </a:extLst>
              </a:tr>
              <a:tr h="180975">
                <a:tc>
                  <a:txBody>
                    <a:bodyPr/>
                    <a:lstStyle/>
                    <a:p>
                      <a:pPr fontAlgn="b"/>
                      <a:r>
                        <a:rPr lang="en-US" sz="1100" b="1" dirty="0">
                          <a:effectLst/>
                          <a:latin typeface="+mn-lt"/>
                        </a:rPr>
                        <a:t>Database Size:</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100" kern="1200" dirty="0">
                          <a:solidFill>
                            <a:schemeClr val="dk1"/>
                          </a:solidFill>
                          <a:effectLst/>
                          <a:latin typeface="+mn-lt"/>
                          <a:ea typeface="+mn-ea"/>
                          <a:cs typeface="+mn-cs"/>
                        </a:rPr>
                        <a:t>945458085888 (902GB)</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97619116"/>
                  </a:ext>
                </a:extLst>
              </a:tr>
              <a:tr h="180975">
                <a:tc>
                  <a:txBody>
                    <a:bodyPr/>
                    <a:lstStyle/>
                    <a:p>
                      <a:pPr fontAlgn="b"/>
                      <a:r>
                        <a:rPr lang="en-US" sz="1100" b="1" dirty="0">
                          <a:effectLst/>
                          <a:latin typeface="+mn-lt"/>
                        </a:rPr>
                        <a:t>End of Extended Support</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100" kern="1200" dirty="0">
                          <a:solidFill>
                            <a:schemeClr val="dk1"/>
                          </a:solidFill>
                          <a:effectLst/>
                          <a:latin typeface="+mn-lt"/>
                          <a:ea typeface="+mn-ea"/>
                          <a:cs typeface="+mn-cs"/>
                        </a:rPr>
                        <a:t>30 April 2026</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76787901"/>
                  </a:ext>
                </a:extLst>
              </a:tr>
              <a:tr h="1095375">
                <a:tc>
                  <a:txBody>
                    <a:bodyPr/>
                    <a:lstStyle/>
                    <a:p>
                      <a:pPr algn="ctr" fontAlgn="b"/>
                      <a:endParaRPr lang="en-US" sz="1100" dirty="0">
                        <a:effectLst/>
                        <a:latin typeface="+mn-lt"/>
                      </a:endParaRPr>
                    </a:p>
                  </a:txBody>
                  <a:tcPr marL="9525" marR="9525" marT="9525"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endParaRPr lang="en-US" sz="1100" dirty="0">
                        <a:effectLst/>
                        <a:latin typeface="+mn-lt"/>
                      </a:endParaRPr>
                    </a:p>
                  </a:txBody>
                  <a:tcPr marL="9525" marR="9525" marT="9525"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488214099"/>
                  </a:ext>
                </a:extLst>
              </a:tr>
            </a:tbl>
          </a:graphicData>
        </a:graphic>
      </p:graphicFrame>
    </p:spTree>
    <p:extLst>
      <p:ext uri="{BB962C8B-B14F-4D97-AF65-F5344CB8AC3E}">
        <p14:creationId xmlns:p14="http://schemas.microsoft.com/office/powerpoint/2010/main" val="1940074011"/>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4EF5B-B0C2-D589-FA76-E365ADE8D8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2DA08C-A586-1B56-8004-2E2CB2A7B8C3}"/>
              </a:ext>
            </a:extLst>
          </p:cNvPr>
          <p:cNvSpPr>
            <a:spLocks noGrp="1"/>
          </p:cNvSpPr>
          <p:nvPr>
            <p:ph type="title"/>
          </p:nvPr>
        </p:nvSpPr>
        <p:spPr>
          <a:prstGeom prst="rect">
            <a:avLst/>
          </a:prstGeom>
        </p:spPr>
        <p:txBody>
          <a:bodyPr>
            <a:noAutofit/>
          </a:bodyPr>
          <a:lstStyle/>
          <a:p>
            <a:r>
              <a:rPr lang="en-GB" sz="3600" dirty="0">
                <a:solidFill>
                  <a:srgbClr val="002060"/>
                </a:solidFill>
              </a:rPr>
              <a:t>Recommendations</a:t>
            </a:r>
          </a:p>
        </p:txBody>
      </p:sp>
      <p:graphicFrame>
        <p:nvGraphicFramePr>
          <p:cNvPr id="13" name="Table 12">
            <a:extLst>
              <a:ext uri="{FF2B5EF4-FFF2-40B4-BE49-F238E27FC236}">
                <a16:creationId xmlns:a16="http://schemas.microsoft.com/office/drawing/2014/main" id="{8503DED3-DF52-43D1-D212-927683D88222}"/>
              </a:ext>
            </a:extLst>
          </p:cNvPr>
          <p:cNvGraphicFramePr>
            <a:graphicFrameLocks noGrp="1"/>
          </p:cNvGraphicFramePr>
          <p:nvPr>
            <p:extLst>
              <p:ext uri="{D42A27DB-BD31-4B8C-83A1-F6EECF244321}">
                <p14:modId xmlns:p14="http://schemas.microsoft.com/office/powerpoint/2010/main" val="3306397106"/>
              </p:ext>
            </p:extLst>
          </p:nvPr>
        </p:nvGraphicFramePr>
        <p:xfrm>
          <a:off x="410980" y="1152525"/>
          <a:ext cx="11485745" cy="4710024"/>
        </p:xfrm>
        <a:graphic>
          <a:graphicData uri="http://schemas.openxmlformats.org/drawingml/2006/table">
            <a:tbl>
              <a:tblPr bandRow="1">
                <a:tableStyleId>{5C22544A-7EE6-4342-B048-85BDC9FD1C3A}</a:tableStyleId>
              </a:tblPr>
              <a:tblGrid>
                <a:gridCol w="11485745">
                  <a:extLst>
                    <a:ext uri="{9D8B030D-6E8A-4147-A177-3AD203B41FA5}">
                      <a16:colId xmlns:a16="http://schemas.microsoft.com/office/drawing/2014/main" val="3410706246"/>
                    </a:ext>
                  </a:extLst>
                </a:gridCol>
              </a:tblGrid>
              <a:tr h="268350">
                <a:tc>
                  <a:txBody>
                    <a:bodyPr/>
                    <a:lstStyle/>
                    <a:p>
                      <a:pPr fontAlgn="b"/>
                      <a:r>
                        <a:rPr lang="en-US" sz="1400" b="1" dirty="0">
                          <a:solidFill>
                            <a:schemeClr val="bg1"/>
                          </a:solidFill>
                          <a:effectLst/>
                          <a:latin typeface="Arial"/>
                        </a:rPr>
                        <a:t>Key Findings (</a:t>
                      </a:r>
                      <a:r>
                        <a:rPr lang="en-US" sz="1400" b="1" dirty="0" err="1">
                          <a:solidFill>
                            <a:schemeClr val="bg1"/>
                          </a:solidFill>
                          <a:effectLst/>
                          <a:latin typeface="Arial"/>
                        </a:rPr>
                        <a:t>PreProd</a:t>
                      </a:r>
                      <a:r>
                        <a:rPr lang="en-US" sz="1400" b="1" dirty="0">
                          <a:solidFill>
                            <a:schemeClr val="bg1"/>
                          </a:solidFill>
                          <a:effectLst/>
                          <a:latin typeface="Arial"/>
                        </a:rPr>
                        <a:t>)</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1580365578"/>
                  </a:ext>
                </a:extLst>
              </a:tr>
              <a:tr h="390154">
                <a:tc>
                  <a:txBody>
                    <a:bodyPr/>
                    <a:lstStyle/>
                    <a:p>
                      <a:pPr fontAlgn="b"/>
                      <a:r>
                        <a:rPr lang="en-US" sz="1100" dirty="0">
                          <a:effectLst/>
                          <a:latin typeface="Arial"/>
                        </a:rPr>
                        <a:t>1) </a:t>
                      </a:r>
                      <a:r>
                        <a:rPr lang="en-US" sz="1100" b="1" dirty="0">
                          <a:effectLst/>
                          <a:latin typeface="Arial"/>
                        </a:rPr>
                        <a:t>DB2 Automatic Memory Tuning is in place</a:t>
                      </a:r>
                      <a:r>
                        <a:rPr lang="en-US" sz="1100" b="1" dirty="0">
                          <a:effectLst/>
                          <a:latin typeface="+mn-lt"/>
                        </a:rPr>
                        <a:t>. </a:t>
                      </a:r>
                      <a:r>
                        <a:rPr lang="en-US" sz="1100" dirty="0">
                          <a:effectLst/>
                          <a:latin typeface="+mn-lt"/>
                        </a:rPr>
                        <a:t>D</a:t>
                      </a:r>
                      <a:r>
                        <a:rPr lang="en-US" sz="1100" b="0" i="0" kern="1200" dirty="0">
                          <a:solidFill>
                            <a:schemeClr val="dk1"/>
                          </a:solidFill>
                          <a:effectLst/>
                          <a:latin typeface="+mn-lt"/>
                          <a:ea typeface="+mn-ea"/>
                          <a:cs typeface="+mn-cs"/>
                        </a:rPr>
                        <a:t>atabase shared memory consists, for example, of buffer pools, sort heap, lock list, package cache, and catalog cache. Approximately 50GB is dedicated to DB2, the rest is for the OS. </a:t>
                      </a:r>
                      <a:r>
                        <a:rPr lang="en-US" sz="1100" b="1" i="0" kern="1200" dirty="0">
                          <a:solidFill>
                            <a:schemeClr val="accent5"/>
                          </a:solidFill>
                          <a:effectLst/>
                          <a:latin typeface="+mn-lt"/>
                          <a:ea typeface="+mn-ea"/>
                          <a:cs typeface="+mn-cs"/>
                        </a:rPr>
                        <a:t>This is good practice.</a:t>
                      </a:r>
                      <a:endParaRPr lang="en-US" sz="1100" b="1" dirty="0">
                        <a:solidFill>
                          <a:schemeClr val="accent5"/>
                        </a:solidFill>
                        <a:effectLst/>
                        <a:latin typeface="+mn-lt"/>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64009292"/>
                  </a:ext>
                </a:extLst>
              </a:tr>
              <a:tr h="557635">
                <a:tc>
                  <a:txBody>
                    <a:bodyPr/>
                    <a:lstStyle/>
                    <a:p>
                      <a:pPr fontAlgn="b"/>
                      <a:r>
                        <a:rPr lang="en-US" sz="1100" dirty="0">
                          <a:effectLst/>
                          <a:latin typeface="Arial"/>
                        </a:rPr>
                        <a:t>2) </a:t>
                      </a:r>
                      <a:r>
                        <a:rPr lang="en-US" sz="1100" b="1" dirty="0">
                          <a:effectLst/>
                          <a:latin typeface="Arial"/>
                        </a:rPr>
                        <a:t>Automatic </a:t>
                      </a:r>
                      <a:r>
                        <a:rPr lang="en-US" sz="1100" b="1" dirty="0" err="1">
                          <a:effectLst/>
                          <a:latin typeface="Arial"/>
                        </a:rPr>
                        <a:t>Runstats</a:t>
                      </a:r>
                      <a:r>
                        <a:rPr lang="en-US" sz="1100" b="1" dirty="0">
                          <a:effectLst/>
                          <a:latin typeface="Arial"/>
                        </a:rPr>
                        <a:t> is not fully enabled. </a:t>
                      </a:r>
                      <a:r>
                        <a:rPr lang="en-US" sz="1100" dirty="0">
                          <a:effectLst/>
                          <a:latin typeface="Arial"/>
                        </a:rPr>
                        <a:t>Consider enabling and testing </a:t>
                      </a:r>
                      <a:r>
                        <a:rPr lang="en-US" sz="1100" dirty="0">
                          <a:effectLst/>
                          <a:latin typeface="+mn-lt"/>
                        </a:rPr>
                        <a:t>the overhead of  Real-time statistics (AUTO_STMT_STATS) and Statistical views (AUTO_STATS_VIEWS). If fully automated stats collection is not acceptable, script daily </a:t>
                      </a:r>
                      <a:r>
                        <a:rPr lang="en-US" sz="1100" dirty="0" err="1">
                          <a:effectLst/>
                          <a:latin typeface="+mn-lt"/>
                        </a:rPr>
                        <a:t>runstats</a:t>
                      </a:r>
                      <a:r>
                        <a:rPr lang="en-US" sz="1100" dirty="0">
                          <a:effectLst/>
                          <a:latin typeface="+mn-lt"/>
                        </a:rPr>
                        <a:t> on all tables (including system tables). </a:t>
                      </a:r>
                      <a:r>
                        <a:rPr lang="en-US" sz="1100" dirty="0" err="1">
                          <a:effectLst/>
                          <a:latin typeface="+mn-lt"/>
                        </a:rPr>
                        <a:t>Runstats</a:t>
                      </a:r>
                      <a:r>
                        <a:rPr lang="en-US" sz="1100" dirty="0">
                          <a:effectLst/>
                          <a:latin typeface="+mn-lt"/>
                        </a:rPr>
                        <a:t> should be run before a REORGCHK and after any REORG operation</a:t>
                      </a:r>
                      <a:endParaRPr lang="en-US" sz="1100" dirty="0">
                        <a:effectLst/>
                        <a:latin typeface="Arial"/>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78164456"/>
                  </a:ext>
                </a:extLst>
              </a:tr>
              <a:tr h="390154">
                <a:tc>
                  <a:txBody>
                    <a:bodyPr/>
                    <a:lstStyle/>
                    <a:p>
                      <a:pPr fontAlgn="b"/>
                      <a:r>
                        <a:rPr lang="en-US" sz="1100" dirty="0">
                          <a:effectLst/>
                          <a:latin typeface="Arial"/>
                        </a:rPr>
                        <a:t>3) </a:t>
                      </a:r>
                      <a:r>
                        <a:rPr lang="en-US" sz="1100" b="1" dirty="0">
                          <a:effectLst/>
                          <a:latin typeface="Arial"/>
                        </a:rPr>
                        <a:t>Reorgs are not regularly run. </a:t>
                      </a:r>
                      <a:r>
                        <a:rPr lang="en-US" sz="1100" dirty="0">
                          <a:effectLst/>
                          <a:latin typeface="Arial"/>
                        </a:rPr>
                        <a:t>Using </a:t>
                      </a:r>
                      <a:r>
                        <a:rPr lang="en-US" sz="1100" dirty="0" err="1">
                          <a:effectLst/>
                          <a:latin typeface="Arial"/>
                        </a:rPr>
                        <a:t>reorgchk</a:t>
                      </a:r>
                      <a:r>
                        <a:rPr lang="en-US" sz="1100" dirty="0">
                          <a:effectLst/>
                          <a:latin typeface="Arial"/>
                        </a:rPr>
                        <a:t>, identify the tables and indexes that need a reorg (including system tables) and perform regular reorg during low traffic times. Target key tables and indexes for </a:t>
                      </a:r>
                      <a:r>
                        <a:rPr lang="en-US" sz="1100" dirty="0" err="1">
                          <a:effectLst/>
                          <a:latin typeface="Arial"/>
                        </a:rPr>
                        <a:t>inplace</a:t>
                      </a:r>
                      <a:r>
                        <a:rPr lang="en-US" sz="1100" dirty="0">
                          <a:effectLst/>
                          <a:latin typeface="Arial"/>
                        </a:rPr>
                        <a:t> reorgs during low traffic periods (daily). On every DB2 shutdown do a full reorg if time permits (weekly or monthly)</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80022018"/>
                  </a:ext>
                </a:extLst>
              </a:tr>
              <a:tr h="390154">
                <a:tc>
                  <a:txBody>
                    <a:bodyPr/>
                    <a:lstStyle/>
                    <a:p>
                      <a:pPr fontAlgn="b"/>
                      <a:r>
                        <a:rPr lang="en-US" sz="1100" dirty="0">
                          <a:effectLst/>
                          <a:latin typeface="Arial"/>
                        </a:rPr>
                        <a:t>4) </a:t>
                      </a:r>
                      <a:r>
                        <a:rPr lang="en-US" sz="1100" b="1" dirty="0">
                          <a:effectLst/>
                          <a:latin typeface="Arial"/>
                        </a:rPr>
                        <a:t>There are over 2000 indexes on the XXX </a:t>
                      </a:r>
                      <a:r>
                        <a:rPr lang="en-US" sz="1100" dirty="0">
                          <a:effectLst/>
                          <a:latin typeface="Arial"/>
                        </a:rPr>
                        <a:t>schema, approximately 1200 have not been accessed in 2025. Dropping these unused indexes is worth consideration. Some indexes are in the SYSIBM schema (SQL*) some are in the XXX schema - it is not clear if these are XXX internally created ?</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44519601"/>
                  </a:ext>
                </a:extLst>
              </a:tr>
              <a:tr h="222673">
                <a:tc>
                  <a:txBody>
                    <a:bodyPr/>
                    <a:lstStyle/>
                    <a:p>
                      <a:pPr fontAlgn="b"/>
                      <a:r>
                        <a:rPr lang="en-US" sz="1100" dirty="0">
                          <a:effectLst/>
                          <a:latin typeface="Arial"/>
                        </a:rPr>
                        <a:t>5) </a:t>
                      </a:r>
                      <a:r>
                        <a:rPr lang="en-US" sz="1100" b="1" dirty="0">
                          <a:effectLst/>
                          <a:latin typeface="Arial"/>
                        </a:rPr>
                        <a:t>Rebind all the packages to use the </a:t>
                      </a:r>
                      <a:r>
                        <a:rPr lang="en-US" sz="1100" b="1" dirty="0">
                          <a:effectLst/>
                          <a:latin typeface="+mn-lt"/>
                        </a:rPr>
                        <a:t>latest indexes after a reorg </a:t>
                      </a:r>
                      <a:r>
                        <a:rPr lang="en-US" sz="1100" dirty="0">
                          <a:effectLst/>
                          <a:latin typeface="+mn-lt"/>
                        </a:rPr>
                        <a:t>(db2rbind DB76 -l rebind.log ALL) - (XXX may do this automatically on Index addition)</a:t>
                      </a:r>
                      <a:endParaRPr lang="en-US" sz="1100" dirty="0">
                        <a:effectLst/>
                        <a:latin typeface="Arial"/>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67066253"/>
                  </a:ext>
                </a:extLst>
              </a:tr>
              <a:tr h="557635">
                <a:tc>
                  <a:txBody>
                    <a:bodyPr/>
                    <a:lstStyle/>
                    <a:p>
                      <a:pPr fontAlgn="b"/>
                      <a:r>
                        <a:rPr lang="en-US" sz="1100" dirty="0">
                          <a:effectLst/>
                          <a:latin typeface="Arial"/>
                        </a:rPr>
                        <a:t>6) </a:t>
                      </a:r>
                      <a:r>
                        <a:rPr lang="en-US" sz="1100" b="1" dirty="0">
                          <a:effectLst/>
                          <a:latin typeface="Arial"/>
                        </a:rPr>
                        <a:t>Housekeeping of the XXX tables. </a:t>
                      </a:r>
                      <a:r>
                        <a:rPr lang="en-US" sz="1100" dirty="0">
                          <a:effectLst/>
                          <a:latin typeface="Arial"/>
                        </a:rPr>
                        <a:t>This requires both DB2 and XXX knowledge. There are artefacts in preprod going back to 2022. It is not clear if the data is still active. Mapping against the largest tables WFTRANSACTION, WOSTATUS, WORKVIEW,WFASSIGNMENT have data going back to 2022. A_WORKORDER and WORKORDER have data going back to July 24.</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60833710"/>
                  </a:ext>
                </a:extLst>
              </a:tr>
              <a:tr h="390154">
                <a:tc>
                  <a:txBody>
                    <a:bodyPr/>
                    <a:lstStyle/>
                    <a:p>
                      <a:pPr fontAlgn="b"/>
                      <a:r>
                        <a:rPr lang="en-US" sz="1100" dirty="0">
                          <a:effectLst/>
                          <a:latin typeface="Arial"/>
                        </a:rPr>
                        <a:t>7) </a:t>
                      </a:r>
                      <a:r>
                        <a:rPr lang="en-US" sz="1100" b="1" dirty="0">
                          <a:effectLst/>
                          <a:latin typeface="Arial"/>
                        </a:rPr>
                        <a:t>Increasing the amount of RAM significantly above 64GB </a:t>
                      </a:r>
                      <a:r>
                        <a:rPr lang="en-US" sz="1100" dirty="0">
                          <a:effectLst/>
                          <a:latin typeface="Arial"/>
                        </a:rPr>
                        <a:t>will have a positive effect. The DB size is roughly 1TB, ideally over 25% of the data should fit in the </a:t>
                      </a:r>
                      <a:r>
                        <a:rPr lang="en-US" sz="1100" dirty="0" err="1">
                          <a:effectLst/>
                          <a:latin typeface="Arial"/>
                        </a:rPr>
                        <a:t>bufferpools</a:t>
                      </a:r>
                      <a:r>
                        <a:rPr lang="en-US" sz="1100" dirty="0">
                          <a:effectLst/>
                          <a:latin typeface="Arial"/>
                        </a:rPr>
                        <a:t>, which would suggest an amount of RAM over 256GB (when OS/</a:t>
                      </a:r>
                      <a:r>
                        <a:rPr lang="en-US" sz="1100" dirty="0" err="1">
                          <a:effectLst/>
                          <a:latin typeface="Arial"/>
                        </a:rPr>
                        <a:t>locklists</a:t>
                      </a:r>
                      <a:r>
                        <a:rPr lang="en-US" sz="1100" dirty="0">
                          <a:effectLst/>
                          <a:latin typeface="Arial"/>
                        </a:rPr>
                        <a:t>/</a:t>
                      </a:r>
                      <a:r>
                        <a:rPr lang="en-US" sz="1100" dirty="0" err="1">
                          <a:effectLst/>
                          <a:latin typeface="Arial"/>
                        </a:rPr>
                        <a:t>sortheap</a:t>
                      </a:r>
                      <a:r>
                        <a:rPr lang="en-US" sz="1100" dirty="0">
                          <a:effectLst/>
                          <a:latin typeface="Arial"/>
                        </a:rPr>
                        <a:t>/package cache and shared memory are accounted for)</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51472017"/>
                  </a:ext>
                </a:extLst>
              </a:tr>
              <a:tr h="222673">
                <a:tc>
                  <a:txBody>
                    <a:bodyPr/>
                    <a:lstStyle/>
                    <a:p>
                      <a:pPr fontAlgn="b"/>
                      <a:r>
                        <a:rPr lang="en-US" sz="1100" dirty="0">
                          <a:effectLst/>
                          <a:latin typeface="Arial"/>
                        </a:rPr>
                        <a:t>8) </a:t>
                      </a:r>
                      <a:r>
                        <a:rPr lang="en-US" sz="1100" b="1" dirty="0">
                          <a:effectLst/>
                          <a:latin typeface="Arial"/>
                        </a:rPr>
                        <a:t>LOGBUFSZ=1024</a:t>
                      </a:r>
                      <a:r>
                        <a:rPr lang="en-US" sz="1100" dirty="0">
                          <a:effectLst/>
                          <a:latin typeface="Arial"/>
                        </a:rPr>
                        <a:t>. This may be a little low for IBMDEFAULTBP (SYNC_WRITES_PERCENT is just over 10%)</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93039632"/>
                  </a:ext>
                </a:extLst>
              </a:tr>
              <a:tr h="222673">
                <a:tc>
                  <a:txBody>
                    <a:bodyPr/>
                    <a:lstStyle/>
                    <a:p>
                      <a:pPr fontAlgn="b"/>
                      <a:r>
                        <a:rPr lang="en-US" sz="1100" dirty="0">
                          <a:effectLst/>
                          <a:latin typeface="Arial"/>
                        </a:rPr>
                        <a:t>MINO</a:t>
                      </a:r>
                      <a:r>
                        <a:rPr lang="en-US" sz="1100" b="0" dirty="0">
                          <a:effectLst/>
                          <a:latin typeface="Arial"/>
                        </a:rPr>
                        <a:t>R: </a:t>
                      </a:r>
                      <a:r>
                        <a:rPr lang="en-US" sz="1100" b="1" dirty="0" err="1">
                          <a:effectLst/>
                          <a:latin typeface="Arial"/>
                        </a:rPr>
                        <a:t>kernel.msgni</a:t>
                      </a:r>
                      <a:r>
                        <a:rPr lang="en-US" sz="1100" b="1" dirty="0">
                          <a:effectLst/>
                          <a:latin typeface="Arial"/>
                        </a:rPr>
                        <a:t>(MSGMNI) </a:t>
                      </a:r>
                      <a:r>
                        <a:rPr lang="en-US" sz="1100" dirty="0">
                          <a:effectLst/>
                          <a:latin typeface="Arial"/>
                        </a:rPr>
                        <a:t>is set to 32768, suggested setting is 65536 (may have a positive effect on performance in a high transaction rate database)</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36482992"/>
                  </a:ext>
                </a:extLst>
              </a:tr>
              <a:tr h="1094334">
                <a:tc>
                  <a:txBody>
                    <a:bodyPr/>
                    <a:lstStyle/>
                    <a:p>
                      <a:pPr algn="ctr" fontAlgn="b"/>
                      <a:endParaRPr lang="en-US" sz="1100" dirty="0">
                        <a:effectLst/>
                        <a:latin typeface="Arial"/>
                      </a:endParaRPr>
                    </a:p>
                  </a:txBody>
                  <a:tcPr marL="9525" marR="9525" marT="9525"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488214099"/>
                  </a:ext>
                </a:extLst>
              </a:tr>
            </a:tbl>
          </a:graphicData>
        </a:graphic>
      </p:graphicFrame>
    </p:spTree>
    <p:extLst>
      <p:ext uri="{BB962C8B-B14F-4D97-AF65-F5344CB8AC3E}">
        <p14:creationId xmlns:p14="http://schemas.microsoft.com/office/powerpoint/2010/main" val="693162096"/>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E0897-376C-66DC-77C8-B57C57B3B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8B353B-F8CE-2521-93FE-CD3DDB3EA4D5}"/>
              </a:ext>
            </a:extLst>
          </p:cNvPr>
          <p:cNvSpPr>
            <a:spLocks noGrp="1"/>
          </p:cNvSpPr>
          <p:nvPr>
            <p:ph type="title"/>
          </p:nvPr>
        </p:nvSpPr>
        <p:spPr>
          <a:prstGeom prst="rect">
            <a:avLst/>
          </a:prstGeom>
        </p:spPr>
        <p:txBody>
          <a:bodyPr>
            <a:noAutofit/>
          </a:bodyPr>
          <a:lstStyle/>
          <a:p>
            <a:r>
              <a:rPr lang="en-GB" sz="3600" dirty="0" err="1">
                <a:solidFill>
                  <a:srgbClr val="002060"/>
                </a:solidFill>
                <a:latin typeface="Arial"/>
                <a:cs typeface="Arial"/>
              </a:rPr>
              <a:t>Runstats</a:t>
            </a:r>
            <a:r>
              <a:rPr lang="en-GB" sz="3600" dirty="0">
                <a:solidFill>
                  <a:srgbClr val="002060"/>
                </a:solidFill>
                <a:latin typeface="Arial"/>
                <a:cs typeface="Arial"/>
              </a:rPr>
              <a:t> (2)</a:t>
            </a:r>
            <a:endParaRPr lang="en-GB" sz="3600" dirty="0">
              <a:solidFill>
                <a:srgbClr val="002060"/>
              </a:solidFill>
            </a:endParaRPr>
          </a:p>
        </p:txBody>
      </p:sp>
      <p:graphicFrame>
        <p:nvGraphicFramePr>
          <p:cNvPr id="4" name="Content Placeholder 3">
            <a:extLst>
              <a:ext uri="{FF2B5EF4-FFF2-40B4-BE49-F238E27FC236}">
                <a16:creationId xmlns:a16="http://schemas.microsoft.com/office/drawing/2014/main" id="{C20E2F03-2032-2B36-6956-65C5BDEEFD27}"/>
              </a:ext>
            </a:extLst>
          </p:cNvPr>
          <p:cNvGraphicFramePr>
            <a:graphicFrameLocks noGrp="1"/>
          </p:cNvGraphicFramePr>
          <p:nvPr>
            <p:ph idx="1"/>
            <p:extLst>
              <p:ext uri="{D42A27DB-BD31-4B8C-83A1-F6EECF244321}">
                <p14:modId xmlns:p14="http://schemas.microsoft.com/office/powerpoint/2010/main" val="2449391692"/>
              </p:ext>
            </p:extLst>
          </p:nvPr>
        </p:nvGraphicFramePr>
        <p:xfrm>
          <a:off x="450571" y="2445193"/>
          <a:ext cx="11485747" cy="3004185"/>
        </p:xfrm>
        <a:graphic>
          <a:graphicData uri="http://schemas.openxmlformats.org/drawingml/2006/table">
            <a:tbl>
              <a:tblPr bandRow="1">
                <a:tableStyleId>{5C22544A-7EE6-4342-B048-85BDC9FD1C3A}</a:tableStyleId>
              </a:tblPr>
              <a:tblGrid>
                <a:gridCol w="6436004">
                  <a:extLst>
                    <a:ext uri="{9D8B030D-6E8A-4147-A177-3AD203B41FA5}">
                      <a16:colId xmlns:a16="http://schemas.microsoft.com/office/drawing/2014/main" val="2852942938"/>
                    </a:ext>
                  </a:extLst>
                </a:gridCol>
                <a:gridCol w="1476375">
                  <a:extLst>
                    <a:ext uri="{9D8B030D-6E8A-4147-A177-3AD203B41FA5}">
                      <a16:colId xmlns:a16="http://schemas.microsoft.com/office/drawing/2014/main" val="2369772028"/>
                    </a:ext>
                  </a:extLst>
                </a:gridCol>
                <a:gridCol w="3573368">
                  <a:extLst>
                    <a:ext uri="{9D8B030D-6E8A-4147-A177-3AD203B41FA5}">
                      <a16:colId xmlns:a16="http://schemas.microsoft.com/office/drawing/2014/main" val="2777809411"/>
                    </a:ext>
                  </a:extLst>
                </a:gridCol>
              </a:tblGrid>
              <a:tr h="205277">
                <a:tc>
                  <a:txBody>
                    <a:bodyPr/>
                    <a:lstStyle/>
                    <a:p>
                      <a:pPr algn="l" fontAlgn="b"/>
                      <a:r>
                        <a:rPr lang="en-US" sz="1400" b="1" i="0" u="none" strike="noStrike" dirty="0">
                          <a:solidFill>
                            <a:schemeClr val="bg1"/>
                          </a:solidFill>
                          <a:effectLst/>
                          <a:latin typeface="Arial"/>
                        </a:rPr>
                        <a:t>SQL </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l" fontAlgn="b"/>
                      <a:r>
                        <a:rPr lang="en-US" sz="1400" b="1" i="0" u="none" strike="noStrike" dirty="0">
                          <a:solidFill>
                            <a:schemeClr val="bg1"/>
                          </a:solidFill>
                          <a:effectLst/>
                          <a:latin typeface="Arial"/>
                        </a:rPr>
                        <a:t>Example</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l" fontAlgn="b"/>
                      <a:r>
                        <a:rPr lang="en-US" sz="1400" b="1" i="0" u="none" strike="noStrike" dirty="0">
                          <a:solidFill>
                            <a:schemeClr val="bg1"/>
                          </a:solidFill>
                          <a:effectLst/>
                          <a:latin typeface="Arial"/>
                        </a:rPr>
                        <a:t>Comments</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3545737261"/>
                  </a:ext>
                </a:extLst>
              </a:tr>
              <a:tr h="1195266">
                <a:tc>
                  <a:txBody>
                    <a:bodyPr/>
                    <a:lstStyle/>
                    <a:p>
                      <a:pPr algn="l" fontAlgn="b"/>
                      <a:r>
                        <a:rPr lang="en-US" sz="1100" b="0" i="0" kern="1200" dirty="0">
                          <a:solidFill>
                            <a:schemeClr val="dk1"/>
                          </a:solidFill>
                          <a:effectLst/>
                          <a:latin typeface="+mn-lt"/>
                          <a:ea typeface="+mn-ea"/>
                          <a:cs typeface="+mn-cs"/>
                        </a:rPr>
                        <a:t>db2 “SELECT date(</a:t>
                      </a:r>
                      <a:r>
                        <a:rPr lang="en-US" sz="1100" b="0" i="0" kern="1200" dirty="0" err="1">
                          <a:solidFill>
                            <a:schemeClr val="dk1"/>
                          </a:solidFill>
                          <a:effectLst/>
                          <a:latin typeface="+mn-lt"/>
                          <a:ea typeface="+mn-ea"/>
                          <a:cs typeface="+mn-cs"/>
                        </a:rPr>
                        <a:t>stats_time</a:t>
                      </a:r>
                      <a:r>
                        <a:rPr lang="en-US" sz="1100" b="0" i="0" kern="1200" dirty="0">
                          <a:solidFill>
                            <a:schemeClr val="dk1"/>
                          </a:solidFill>
                          <a:effectLst/>
                          <a:latin typeface="+mn-lt"/>
                          <a:ea typeface="+mn-ea"/>
                          <a:cs typeface="+mn-cs"/>
                        </a:rPr>
                        <a:t>) AS </a:t>
                      </a:r>
                      <a:r>
                        <a:rPr lang="en-US" sz="1100" b="0" i="0" kern="1200" dirty="0" err="1">
                          <a:solidFill>
                            <a:schemeClr val="dk1"/>
                          </a:solidFill>
                          <a:effectLst/>
                          <a:latin typeface="+mn-lt"/>
                          <a:ea typeface="+mn-ea"/>
                          <a:cs typeface="+mn-cs"/>
                        </a:rPr>
                        <a:t>stats_date</a:t>
                      </a:r>
                      <a:r>
                        <a:rPr lang="en-US" sz="1100" b="0" i="0" kern="1200" dirty="0">
                          <a:solidFill>
                            <a:schemeClr val="dk1"/>
                          </a:solidFill>
                          <a:effectLst/>
                          <a:latin typeface="+mn-lt"/>
                          <a:ea typeface="+mn-ea"/>
                          <a:cs typeface="+mn-cs"/>
                        </a:rPr>
                        <a:t> , COUNT(*) AS </a:t>
                      </a:r>
                      <a:r>
                        <a:rPr lang="en-US" sz="1100" b="0" i="0" kern="1200" dirty="0" err="1">
                          <a:solidFill>
                            <a:schemeClr val="dk1"/>
                          </a:solidFill>
                          <a:effectLst/>
                          <a:latin typeface="+mn-lt"/>
                          <a:ea typeface="+mn-ea"/>
                          <a:cs typeface="+mn-cs"/>
                        </a:rPr>
                        <a:t>num_tables</a:t>
                      </a:r>
                      <a:r>
                        <a:rPr lang="en-US" sz="1100" b="0" i="0" kern="1200" dirty="0">
                          <a:solidFill>
                            <a:schemeClr val="dk1"/>
                          </a:solidFill>
                          <a:effectLst/>
                          <a:latin typeface="+mn-lt"/>
                          <a:ea typeface="+mn-ea"/>
                          <a:cs typeface="+mn-cs"/>
                        </a:rPr>
                        <a:t> FROM </a:t>
                      </a:r>
                      <a:r>
                        <a:rPr lang="en-US" sz="1100" b="0" i="0" kern="1200" dirty="0" err="1">
                          <a:solidFill>
                            <a:schemeClr val="dk1"/>
                          </a:solidFill>
                          <a:effectLst/>
                          <a:latin typeface="+mn-lt"/>
                          <a:ea typeface="+mn-ea"/>
                          <a:cs typeface="+mn-cs"/>
                        </a:rPr>
                        <a:t>syscat.tables</a:t>
                      </a:r>
                      <a:r>
                        <a:rPr lang="en-US" sz="1100" b="0" i="0" kern="1200" dirty="0">
                          <a:solidFill>
                            <a:schemeClr val="dk1"/>
                          </a:solidFill>
                          <a:effectLst/>
                          <a:latin typeface="+mn-lt"/>
                          <a:ea typeface="+mn-ea"/>
                          <a:cs typeface="+mn-cs"/>
                        </a:rPr>
                        <a:t> WHERE (type='T' OR (type='V' AND SUBSTR(property,13,1) = 'Y')) GROUP BY date(</a:t>
                      </a:r>
                      <a:r>
                        <a:rPr lang="en-US" sz="1100" b="0" i="0" kern="1200" dirty="0" err="1">
                          <a:solidFill>
                            <a:schemeClr val="dk1"/>
                          </a:solidFill>
                          <a:effectLst/>
                          <a:latin typeface="+mn-lt"/>
                          <a:ea typeface="+mn-ea"/>
                          <a:cs typeface="+mn-cs"/>
                        </a:rPr>
                        <a:t>stats_time</a:t>
                      </a:r>
                      <a:r>
                        <a:rPr lang="en-US" sz="1100" b="0" i="0" kern="1200" dirty="0">
                          <a:solidFill>
                            <a:schemeClr val="dk1"/>
                          </a:solidFill>
                          <a:effectLst/>
                          <a:latin typeface="+mn-lt"/>
                          <a:ea typeface="+mn-ea"/>
                          <a:cs typeface="+mn-cs"/>
                        </a:rPr>
                        <a:t>) WITH UR”</a:t>
                      </a:r>
                      <a:endParaRPr lang="en-US" sz="1100" b="0" i="0" u="none" strike="noStrike" dirty="0">
                        <a:solidFill>
                          <a:srgbClr val="000000"/>
                        </a:solidFill>
                        <a:effectLst/>
                        <a:latin typeface="+mn-lt"/>
                      </a:endParaRP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mn-lt"/>
                        </a:rPr>
                        <a:t>STATS_DATE NUM_TABLES</a:t>
                      </a:r>
                    </a:p>
                    <a:p>
                      <a:pPr algn="l" fontAlgn="b"/>
                      <a:r>
                        <a:rPr lang="en-US" sz="1100" b="0" i="0" u="none" strike="noStrike" dirty="0">
                          <a:solidFill>
                            <a:srgbClr val="000000"/>
                          </a:solidFill>
                          <a:effectLst/>
                          <a:latin typeface="+mn-lt"/>
                        </a:rPr>
                        <a:t>---------- -----------</a:t>
                      </a:r>
                    </a:p>
                    <a:p>
                      <a:pPr algn="l" fontAlgn="b"/>
                      <a:r>
                        <a:rPr lang="en-US" sz="1100" b="0" i="0" u="none" strike="noStrike" dirty="0">
                          <a:solidFill>
                            <a:srgbClr val="000000"/>
                          </a:solidFill>
                          <a:effectLst/>
                          <a:latin typeface="+mn-lt"/>
                        </a:rPr>
                        <a:t>12/03/2025          1534</a:t>
                      </a:r>
                    </a:p>
                    <a:p>
                      <a:pPr algn="l" fontAlgn="b"/>
                      <a:r>
                        <a:rPr lang="en-US" sz="1100" b="0" i="0" u="none" strike="noStrike" dirty="0">
                          <a:solidFill>
                            <a:srgbClr val="000000"/>
                          </a:solidFill>
                          <a:effectLst/>
                          <a:latin typeface="+mn-lt"/>
                        </a:rPr>
                        <a:t>15/03/2025           2</a:t>
                      </a:r>
                    </a:p>
                    <a:p>
                      <a:pPr algn="l" fontAlgn="b"/>
                      <a:r>
                        <a:rPr lang="en-US" sz="1100" b="0" i="0" u="none" strike="noStrike" dirty="0">
                          <a:solidFill>
                            <a:srgbClr val="000000"/>
                          </a:solidFill>
                          <a:effectLst/>
                          <a:latin typeface="+mn-lt"/>
                        </a:rPr>
                        <a:t>16/03/2025           2</a:t>
                      </a:r>
                    </a:p>
                    <a:p>
                      <a:pPr algn="l" fontAlgn="b"/>
                      <a:r>
                        <a:rPr lang="en-US" sz="1100" b="0" i="0" u="none" strike="noStrike" dirty="0">
                          <a:solidFill>
                            <a:srgbClr val="000000"/>
                          </a:solidFill>
                          <a:effectLst/>
                          <a:latin typeface="+mn-lt"/>
                        </a:rPr>
                        <a:t>17/03/2025           2</a:t>
                      </a:r>
                    </a:p>
                    <a:p>
                      <a:pPr algn="l" fontAlgn="b"/>
                      <a:r>
                        <a:rPr lang="en-US" sz="1100" b="0" i="0" u="none" strike="noStrike" dirty="0">
                          <a:solidFill>
                            <a:srgbClr val="000000"/>
                          </a:solidFill>
                          <a:effectLst/>
                          <a:latin typeface="+mn-lt"/>
                        </a:rPr>
                        <a:t>-          	     13</a:t>
                      </a:r>
                    </a:p>
                    <a:p>
                      <a:pPr algn="l" fontAlgn="b"/>
                      <a:endParaRPr lang="en-US" sz="1100" b="0" i="0" u="none" strike="noStrike" dirty="0">
                        <a:solidFill>
                          <a:srgbClr val="000000"/>
                        </a:solidFill>
                        <a:effectLst/>
                        <a:latin typeface="+mn-lt"/>
                      </a:endParaRPr>
                    </a:p>
                    <a:p>
                      <a:pPr algn="l" fontAlgn="b"/>
                      <a:r>
                        <a:rPr lang="en-US" sz="1100" b="0" i="0" u="none" strike="noStrike" dirty="0">
                          <a:solidFill>
                            <a:srgbClr val="000000"/>
                          </a:solidFill>
                          <a:effectLst/>
                          <a:latin typeface="+mn-lt"/>
                        </a:rPr>
                        <a:t>  5 record(s) selected.</a:t>
                      </a:r>
                      <a:endParaRPr lang="en-US" sz="1100" b="0" i="0" u="none" strike="noStrike" dirty="0">
                        <a:solidFill>
                          <a:srgbClr val="000000"/>
                        </a:solidFill>
                        <a:effectLst/>
                        <a:latin typeface="Arial"/>
                      </a:endParaRP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Arial"/>
                        </a:rPr>
                        <a:t>The bottom row shows there are 13 tables or views that have never had </a:t>
                      </a:r>
                      <a:r>
                        <a:rPr lang="en-US" sz="1100" b="0" i="0" u="none" strike="noStrike" dirty="0" err="1">
                          <a:solidFill>
                            <a:srgbClr val="000000"/>
                          </a:solidFill>
                          <a:effectLst/>
                          <a:latin typeface="Arial"/>
                        </a:rPr>
                        <a:t>runstats</a:t>
                      </a:r>
                      <a:r>
                        <a:rPr lang="en-US" sz="1100" b="0" i="0" u="none" strike="noStrike" dirty="0">
                          <a:solidFill>
                            <a:srgbClr val="000000"/>
                          </a:solidFill>
                          <a:effectLst/>
                          <a:latin typeface="Arial"/>
                        </a:rPr>
                        <a:t>. Most </a:t>
                      </a:r>
                      <a:r>
                        <a:rPr lang="en-US" sz="1100" b="0" i="0" u="none" strike="noStrike" dirty="0" err="1">
                          <a:solidFill>
                            <a:srgbClr val="000000"/>
                          </a:solidFill>
                          <a:effectLst/>
                          <a:latin typeface="Arial"/>
                        </a:rPr>
                        <a:t>runstats</a:t>
                      </a:r>
                      <a:r>
                        <a:rPr lang="en-US" sz="1100" b="0" i="0" u="none" strike="noStrike" dirty="0">
                          <a:solidFill>
                            <a:srgbClr val="000000"/>
                          </a:solidFill>
                          <a:effectLst/>
                          <a:latin typeface="Arial"/>
                        </a:rPr>
                        <a:t> are &gt; 5 days old.</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23371427"/>
                  </a:ext>
                </a:extLst>
              </a:tr>
              <a:tr h="170336">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mn-lt"/>
                        </a:rPr>
                        <a:t>db2 </a:t>
                      </a:r>
                      <a:r>
                        <a:rPr lang="en-US" sz="1100" b="0" i="0" u="none" strike="noStrike" dirty="0" err="1">
                          <a:solidFill>
                            <a:srgbClr val="000000"/>
                          </a:solidFill>
                          <a:effectLst/>
                          <a:latin typeface="+mn-lt"/>
                        </a:rPr>
                        <a:t>reorgchk</a:t>
                      </a:r>
                      <a:r>
                        <a:rPr lang="en-US" sz="1100" b="0" i="0" u="none" strike="noStrike" dirty="0">
                          <a:solidFill>
                            <a:srgbClr val="000000"/>
                          </a:solidFill>
                          <a:effectLst/>
                          <a:latin typeface="+mn-lt"/>
                        </a:rPr>
                        <a:t> CURRENT STATISTICS on table ALL | sed -e "s/       / /g“ &gt; reorg.txt</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dirty="0">
                        <a:solidFill>
                          <a:srgbClr val="000000"/>
                        </a:solidFill>
                        <a:effectLst/>
                        <a:latin typeface="Arial"/>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Arial"/>
                        </a:rPr>
                        <a:t>Get the </a:t>
                      </a:r>
                      <a:r>
                        <a:rPr lang="en-US" sz="1100" b="0" i="0" u="none" strike="noStrike" dirty="0" err="1">
                          <a:solidFill>
                            <a:srgbClr val="000000"/>
                          </a:solidFill>
                          <a:effectLst/>
                          <a:latin typeface="Arial"/>
                        </a:rPr>
                        <a:t>reorgchk</a:t>
                      </a:r>
                      <a:r>
                        <a:rPr lang="en-US" sz="1100" b="0" i="0" u="none" strike="noStrike" dirty="0">
                          <a:solidFill>
                            <a:srgbClr val="000000"/>
                          </a:solidFill>
                          <a:effectLst/>
                          <a:latin typeface="Arial"/>
                        </a:rPr>
                        <a:t> output for the current statistics. This is used to identify what may need a reorg.</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60624045"/>
                  </a:ext>
                </a:extLst>
              </a:tr>
              <a:tr h="170336">
                <a:tc>
                  <a:txBody>
                    <a:bodyPr/>
                    <a:lstStyle/>
                    <a:p>
                      <a:pPr algn="l" fontAlgn="b"/>
                      <a:r>
                        <a:rPr lang="en-US" sz="1100" b="0" i="0" u="none" strike="noStrike" dirty="0">
                          <a:solidFill>
                            <a:srgbClr val="000000"/>
                          </a:solidFill>
                          <a:effectLst/>
                          <a:latin typeface="+mn-lt"/>
                        </a:rPr>
                        <a:t>db2 "RUNSTATS ON TABLE $</a:t>
                      </a:r>
                      <a:r>
                        <a:rPr lang="en-US" sz="1100" b="0" i="0" u="none" strike="noStrike" dirty="0" err="1">
                          <a:solidFill>
                            <a:srgbClr val="000000"/>
                          </a:solidFill>
                          <a:effectLst/>
                          <a:latin typeface="+mn-lt"/>
                        </a:rPr>
                        <a:t>schema.$table</a:t>
                      </a:r>
                      <a:r>
                        <a:rPr lang="en-US" sz="1100" b="0" i="0" u="none" strike="noStrike" dirty="0">
                          <a:solidFill>
                            <a:srgbClr val="000000"/>
                          </a:solidFill>
                          <a:effectLst/>
                          <a:latin typeface="+mn-lt"/>
                        </a:rPr>
                        <a:t> WITH DISTRIBUTION AND DETAILED INDEXES ALL"</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dirty="0">
                        <a:solidFill>
                          <a:srgbClr val="000000"/>
                        </a:solidFill>
                        <a:effectLst/>
                        <a:latin typeface="Arial"/>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Arial"/>
                        </a:rPr>
                        <a:t>Update all statistics on a specific table and all associated indexes on that table.</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45815477"/>
                  </a:ext>
                </a:extLst>
              </a:tr>
              <a:tr h="170336">
                <a:tc>
                  <a:txBody>
                    <a:bodyPr/>
                    <a:lstStyle/>
                    <a:p>
                      <a:pPr algn="l" fontAlgn="b"/>
                      <a:endParaRPr lang="en-US" sz="1100" b="0" i="0" u="none" strike="noStrike" dirty="0">
                        <a:solidFill>
                          <a:srgbClr val="000000"/>
                        </a:solidFill>
                        <a:effectLst/>
                        <a:latin typeface="Arial"/>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err="1">
                        <a:solidFill>
                          <a:srgbClr val="000000"/>
                        </a:solidFill>
                        <a:effectLst/>
                        <a:latin typeface="Arial"/>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dirty="0">
                        <a:solidFill>
                          <a:srgbClr val="000000"/>
                        </a:solidFill>
                        <a:effectLst/>
                        <a:latin typeface="Arial"/>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61112732"/>
                  </a:ext>
                </a:extLst>
              </a:tr>
            </a:tbl>
          </a:graphicData>
        </a:graphic>
      </p:graphicFrame>
      <p:sp>
        <p:nvSpPr>
          <p:cNvPr id="3" name="TextBox 2">
            <a:extLst>
              <a:ext uri="{FF2B5EF4-FFF2-40B4-BE49-F238E27FC236}">
                <a16:creationId xmlns:a16="http://schemas.microsoft.com/office/drawing/2014/main" id="{7402AF12-4BD5-1BEB-3118-2556FBA9E225}"/>
              </a:ext>
            </a:extLst>
          </p:cNvPr>
          <p:cNvSpPr txBox="1"/>
          <p:nvPr/>
        </p:nvSpPr>
        <p:spPr>
          <a:xfrm>
            <a:off x="466928" y="1167319"/>
            <a:ext cx="11485746" cy="1015663"/>
          </a:xfrm>
          <a:prstGeom prst="rect">
            <a:avLst/>
          </a:prstGeom>
          <a:noFill/>
        </p:spPr>
        <p:txBody>
          <a:bodyPr wrap="square" rtlCol="0">
            <a:spAutoFit/>
          </a:bodyPr>
          <a:lstStyle/>
          <a:p>
            <a:r>
              <a:rPr lang="en-GB" sz="1200" dirty="0" err="1"/>
              <a:t>Runstats</a:t>
            </a:r>
            <a:r>
              <a:rPr lang="en-GB" sz="1200" dirty="0"/>
              <a:t> is a DB2 tool that collects statistics about the data in DB2 tables, views and indexes. The data is critical to database performance as it is used by the DB2 optimizer to pick the best cost plan to access the physical data. Generally, this is run on a table-by-table basis, so it is normal to script and schedule </a:t>
            </a:r>
            <a:r>
              <a:rPr lang="en-GB" sz="1200" dirty="0" err="1"/>
              <a:t>runstats</a:t>
            </a:r>
            <a:r>
              <a:rPr lang="en-GB" sz="1200" dirty="0"/>
              <a:t>. This can be run with the DB online but will have some overhead which should be measured before moving into production. Generally, the overhead is always worth it.</a:t>
            </a:r>
          </a:p>
          <a:p>
            <a:endParaRPr lang="en-GB" sz="1200" dirty="0"/>
          </a:p>
          <a:p>
            <a:r>
              <a:rPr lang="en-GB" sz="1200" dirty="0"/>
              <a:t>Policies can be defined for the maintenance window to run RUNSTATS, tables to exclude.., which is described </a:t>
            </a:r>
            <a:r>
              <a:rPr lang="en-GB" sz="1200" dirty="0">
                <a:hlinkClick r:id="rId3"/>
              </a:rPr>
              <a:t>here</a:t>
            </a:r>
            <a:r>
              <a:rPr lang="en-GB" sz="1200" dirty="0"/>
              <a:t>. A sample is shown in the notes.</a:t>
            </a:r>
          </a:p>
        </p:txBody>
      </p:sp>
    </p:spTree>
    <p:extLst>
      <p:ext uri="{BB962C8B-B14F-4D97-AF65-F5344CB8AC3E}">
        <p14:creationId xmlns:p14="http://schemas.microsoft.com/office/powerpoint/2010/main" val="3362320469"/>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21494-9EC8-BCEE-89C9-AA4B6C8D9C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79F336-F5DE-07E1-245D-9E16DB1429C8}"/>
              </a:ext>
            </a:extLst>
          </p:cNvPr>
          <p:cNvSpPr>
            <a:spLocks noGrp="1"/>
          </p:cNvSpPr>
          <p:nvPr>
            <p:ph type="title"/>
          </p:nvPr>
        </p:nvSpPr>
        <p:spPr>
          <a:prstGeom prst="rect">
            <a:avLst/>
          </a:prstGeom>
        </p:spPr>
        <p:txBody>
          <a:bodyPr>
            <a:noAutofit/>
          </a:bodyPr>
          <a:lstStyle/>
          <a:p>
            <a:r>
              <a:rPr lang="en-GB" sz="3600" dirty="0" err="1">
                <a:solidFill>
                  <a:srgbClr val="002060"/>
                </a:solidFill>
                <a:latin typeface="Arial"/>
                <a:cs typeface="Arial"/>
              </a:rPr>
              <a:t>Reorgchk</a:t>
            </a:r>
            <a:r>
              <a:rPr lang="en-GB" sz="3600" dirty="0">
                <a:solidFill>
                  <a:srgbClr val="002060"/>
                </a:solidFill>
                <a:latin typeface="Arial"/>
                <a:cs typeface="Arial"/>
              </a:rPr>
              <a:t> (3)</a:t>
            </a:r>
            <a:endParaRPr lang="en-GB" sz="3600" dirty="0">
              <a:solidFill>
                <a:srgbClr val="002060"/>
              </a:solidFill>
            </a:endParaRPr>
          </a:p>
        </p:txBody>
      </p:sp>
      <p:graphicFrame>
        <p:nvGraphicFramePr>
          <p:cNvPr id="4" name="Content Placeholder 3">
            <a:extLst>
              <a:ext uri="{FF2B5EF4-FFF2-40B4-BE49-F238E27FC236}">
                <a16:creationId xmlns:a16="http://schemas.microsoft.com/office/drawing/2014/main" id="{C2066C85-EF9F-0A02-6A72-0DE4B4B154E7}"/>
              </a:ext>
            </a:extLst>
          </p:cNvPr>
          <p:cNvGraphicFramePr>
            <a:graphicFrameLocks noGrp="1"/>
          </p:cNvGraphicFramePr>
          <p:nvPr>
            <p:ph idx="1"/>
            <p:extLst>
              <p:ext uri="{D42A27DB-BD31-4B8C-83A1-F6EECF244321}">
                <p14:modId xmlns:p14="http://schemas.microsoft.com/office/powerpoint/2010/main" val="2349269094"/>
              </p:ext>
            </p:extLst>
          </p:nvPr>
        </p:nvGraphicFramePr>
        <p:xfrm>
          <a:off x="450571" y="1920240"/>
          <a:ext cx="11268989" cy="3805363"/>
        </p:xfrm>
        <a:graphic>
          <a:graphicData uri="http://schemas.openxmlformats.org/drawingml/2006/table">
            <a:tbl>
              <a:tblPr bandRow="1">
                <a:tableStyleId>{5C22544A-7EE6-4342-B048-85BDC9FD1C3A}</a:tableStyleId>
              </a:tblPr>
              <a:tblGrid>
                <a:gridCol w="7455398">
                  <a:extLst>
                    <a:ext uri="{9D8B030D-6E8A-4147-A177-3AD203B41FA5}">
                      <a16:colId xmlns:a16="http://schemas.microsoft.com/office/drawing/2014/main" val="2852942938"/>
                    </a:ext>
                  </a:extLst>
                </a:gridCol>
                <a:gridCol w="3813591">
                  <a:extLst>
                    <a:ext uri="{9D8B030D-6E8A-4147-A177-3AD203B41FA5}">
                      <a16:colId xmlns:a16="http://schemas.microsoft.com/office/drawing/2014/main" val="2777809411"/>
                    </a:ext>
                  </a:extLst>
                </a:gridCol>
              </a:tblGrid>
              <a:tr h="311589">
                <a:tc>
                  <a:txBody>
                    <a:bodyPr/>
                    <a:lstStyle/>
                    <a:p>
                      <a:pPr algn="l" fontAlgn="b"/>
                      <a:r>
                        <a:rPr lang="en-US" sz="1400" b="1" i="0" u="none" strike="noStrike" dirty="0">
                          <a:solidFill>
                            <a:schemeClr val="bg1"/>
                          </a:solidFill>
                          <a:effectLst/>
                          <a:latin typeface="Arial"/>
                        </a:rPr>
                        <a:t>SQL </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l" fontAlgn="b"/>
                      <a:r>
                        <a:rPr lang="en-US" sz="1400" b="1" i="0" u="none" strike="noStrike" dirty="0">
                          <a:solidFill>
                            <a:schemeClr val="bg1"/>
                          </a:solidFill>
                          <a:effectLst/>
                          <a:latin typeface="Arial"/>
                        </a:rPr>
                        <a:t>Comments</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3545737261"/>
                  </a:ext>
                </a:extLst>
              </a:tr>
              <a:tr h="453019">
                <a:tc>
                  <a:txBody>
                    <a:bodyPr/>
                    <a:lstStyle/>
                    <a:p>
                      <a:pPr algn="l" fontAlgn="b"/>
                      <a:r>
                        <a:rPr lang="en-US" sz="1100" b="0" i="0" kern="1200" dirty="0">
                          <a:solidFill>
                            <a:schemeClr val="dk1"/>
                          </a:solidFill>
                          <a:effectLst/>
                          <a:latin typeface="+mn-lt"/>
                          <a:ea typeface="+mn-ea"/>
                          <a:cs typeface="+mn-cs"/>
                        </a:rPr>
                        <a:t>db2 "call </a:t>
                      </a:r>
                      <a:r>
                        <a:rPr lang="en-US" sz="1100" b="0" i="0" kern="1200" dirty="0" err="1">
                          <a:solidFill>
                            <a:schemeClr val="dk1"/>
                          </a:solidFill>
                          <a:effectLst/>
                          <a:latin typeface="+mn-lt"/>
                          <a:ea typeface="+mn-ea"/>
                          <a:cs typeface="+mn-cs"/>
                        </a:rPr>
                        <a:t>sysproc.reorgchk_tb_stats</a:t>
                      </a:r>
                      <a:r>
                        <a:rPr lang="en-US" sz="1100" b="0" i="0" kern="1200" dirty="0">
                          <a:solidFill>
                            <a:schemeClr val="dk1"/>
                          </a:solidFill>
                          <a:effectLst/>
                          <a:latin typeface="+mn-lt"/>
                          <a:ea typeface="+mn-ea"/>
                          <a:cs typeface="+mn-cs"/>
                        </a:rPr>
                        <a:t>('S','XXX')" |grep '\*'</a:t>
                      </a:r>
                      <a:endParaRPr lang="en-US" sz="1100" b="0" i="0" u="none" strike="noStrike" dirty="0">
                        <a:solidFill>
                          <a:srgbClr val="000000"/>
                        </a:solidFill>
                        <a:effectLst/>
                        <a:latin typeface="+mn-lt"/>
                      </a:endParaRP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Arial"/>
                        </a:rPr>
                        <a:t>Get the tables that may need a reorg from current stats</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23371427"/>
                  </a:ext>
                </a:extLst>
              </a:tr>
              <a:tr h="453019">
                <a:tc>
                  <a:txBody>
                    <a:bodyPr/>
                    <a:lstStyle/>
                    <a:p>
                      <a:pPr algn="l" fontAlgn="b"/>
                      <a:r>
                        <a:rPr lang="en-US" sz="1100" b="0" i="0" u="none" strike="noStrike" dirty="0">
                          <a:solidFill>
                            <a:srgbClr val="000000"/>
                          </a:solidFill>
                          <a:effectLst/>
                          <a:latin typeface="+mn-lt"/>
                        </a:rPr>
                        <a:t>db2 "</a:t>
                      </a:r>
                      <a:r>
                        <a:rPr lang="en-US" sz="1100" b="0" i="0" u="none" strike="noStrike" dirty="0" err="1">
                          <a:solidFill>
                            <a:srgbClr val="000000"/>
                          </a:solidFill>
                          <a:effectLst/>
                          <a:latin typeface="+mn-lt"/>
                        </a:rPr>
                        <a:t>reorgchk</a:t>
                      </a:r>
                      <a:r>
                        <a:rPr lang="en-US" sz="1100" b="0" i="0" u="none" strike="noStrike" dirty="0">
                          <a:solidFill>
                            <a:srgbClr val="000000"/>
                          </a:solidFill>
                          <a:effectLst/>
                          <a:latin typeface="+mn-lt"/>
                        </a:rPr>
                        <a:t> current statistics on schema XXX"</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Arial"/>
                        </a:rPr>
                        <a:t>Get the tables/indexes that may need a reorg, based on current statistics</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60624045"/>
                  </a:ext>
                </a:extLst>
              </a:tr>
              <a:tr h="647486">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mn-lt"/>
                        </a:rPr>
                        <a:t>db2 "</a:t>
                      </a:r>
                      <a:r>
                        <a:rPr lang="en-US" sz="1100" b="0" i="0" u="none" strike="noStrike" dirty="0" err="1">
                          <a:solidFill>
                            <a:srgbClr val="000000"/>
                          </a:solidFill>
                          <a:effectLst/>
                          <a:latin typeface="+mn-lt"/>
                        </a:rPr>
                        <a:t>reorgchk</a:t>
                      </a:r>
                      <a:r>
                        <a:rPr lang="en-US" sz="1100" b="0" i="0" u="none" strike="noStrike" dirty="0">
                          <a:solidFill>
                            <a:srgbClr val="000000"/>
                          </a:solidFill>
                          <a:effectLst/>
                          <a:latin typeface="+mn-lt"/>
                        </a:rPr>
                        <a:t> </a:t>
                      </a:r>
                      <a:r>
                        <a:rPr lang="en-US" sz="1100" b="1" i="0" u="none" strike="noStrike" dirty="0">
                          <a:solidFill>
                            <a:srgbClr val="000000"/>
                          </a:solidFill>
                          <a:effectLst/>
                          <a:latin typeface="+mn-lt"/>
                        </a:rPr>
                        <a:t>UPDATE</a:t>
                      </a:r>
                      <a:r>
                        <a:rPr lang="en-US" sz="1100" b="0" i="0" u="none" strike="noStrike" dirty="0">
                          <a:solidFill>
                            <a:srgbClr val="000000"/>
                          </a:solidFill>
                          <a:effectLst/>
                          <a:latin typeface="+mn-lt"/>
                        </a:rPr>
                        <a:t> statistics on schema XXX"</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Arial"/>
                        </a:rPr>
                        <a:t>Run </a:t>
                      </a:r>
                      <a:r>
                        <a:rPr lang="en-US" sz="1100" b="0" i="0" u="none" strike="noStrike" dirty="0" err="1">
                          <a:solidFill>
                            <a:srgbClr val="000000"/>
                          </a:solidFill>
                          <a:effectLst/>
                          <a:latin typeface="Arial"/>
                        </a:rPr>
                        <a:t>runstats</a:t>
                      </a:r>
                      <a:r>
                        <a:rPr lang="en-US" sz="1100" b="0" i="0" u="none" strike="noStrike" dirty="0">
                          <a:solidFill>
                            <a:srgbClr val="000000"/>
                          </a:solidFill>
                          <a:effectLst/>
                          <a:latin typeface="Arial"/>
                        </a:rPr>
                        <a:t> first to update statistics and </a:t>
                      </a:r>
                      <a:r>
                        <a:rPr lang="en-US" sz="1100" b="0" i="0" u="none" strike="noStrike" dirty="0">
                          <a:solidFill>
                            <a:srgbClr val="000000"/>
                          </a:solidFill>
                          <a:effectLst/>
                          <a:latin typeface="+mn-lt"/>
                        </a:rPr>
                        <a:t>then get  the tables/indexes that may need a reorg. </a:t>
                      </a:r>
                      <a:r>
                        <a:rPr lang="en-US" sz="1100" b="0" i="0" u="none" strike="noStrike" dirty="0">
                          <a:solidFill>
                            <a:srgbClr val="FF0000"/>
                          </a:solidFill>
                          <a:effectLst/>
                          <a:latin typeface="+mn-lt"/>
                        </a:rPr>
                        <a:t>Takes ~40 minutes in PP</a:t>
                      </a:r>
                      <a:endParaRPr lang="en-US" sz="1100" b="0" i="0" u="none" strike="noStrike" dirty="0">
                        <a:solidFill>
                          <a:srgbClr val="FF0000"/>
                        </a:solidFill>
                        <a:effectLst/>
                        <a:latin typeface="Arial"/>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45815477"/>
                  </a:ext>
                </a:extLst>
              </a:tr>
              <a:tr h="258553">
                <a:tc>
                  <a:txBody>
                    <a:bodyPr/>
                    <a:lstStyle/>
                    <a:p>
                      <a:pPr algn="l" fontAlgn="b"/>
                      <a:r>
                        <a:rPr lang="en-US" sz="1100" b="0" i="0" u="none" strike="noStrike" dirty="0">
                          <a:solidFill>
                            <a:srgbClr val="000000"/>
                          </a:solidFill>
                          <a:effectLst/>
                          <a:latin typeface="+mn-lt"/>
                        </a:rPr>
                        <a:t>db2 "reorg table XXX.REQUESTLOG INPLACE"</a:t>
                      </a:r>
                      <a:endParaRPr lang="en-US" sz="1100" b="0" i="0" u="none" strike="noStrike" dirty="0">
                        <a:solidFill>
                          <a:srgbClr val="000000"/>
                        </a:solidFill>
                        <a:effectLst/>
                        <a:latin typeface="Arial"/>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Arial"/>
                        </a:rPr>
                        <a:t>&lt; 2 minutes for 1.4GB</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61112732"/>
                  </a:ext>
                </a:extLst>
              </a:tr>
              <a:tr h="453019">
                <a:tc>
                  <a:txBody>
                    <a:bodyPr/>
                    <a:lstStyle/>
                    <a:p>
                      <a:pPr algn="l" fontAlgn="b"/>
                      <a:r>
                        <a:rPr lang="en-US" sz="1100" b="0" i="0" u="none" strike="noStrike" dirty="0">
                          <a:solidFill>
                            <a:srgbClr val="000000"/>
                          </a:solidFill>
                          <a:effectLst/>
                          <a:latin typeface="+mn-lt"/>
                        </a:rPr>
                        <a:t>db2 "reorg indexes all for table XXX.REQUESTLOG ALLOW WRITE ACCESS CLEANUP ALL RECLAIM EXTENTS"</a:t>
                      </a:r>
                      <a:endParaRPr lang="en-US" sz="1100" b="0" i="0" u="none" strike="noStrike" dirty="0">
                        <a:solidFill>
                          <a:srgbClr val="000000"/>
                        </a:solidFill>
                        <a:effectLst/>
                        <a:latin typeface="Arial"/>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Arial"/>
                        </a:rPr>
                        <a:t>&lt;30 sec for 2 indexes</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93571695"/>
                  </a:ext>
                </a:extLst>
              </a:tr>
              <a:tr h="258553">
                <a:tc>
                  <a:txBody>
                    <a:bodyPr/>
                    <a:lstStyle/>
                    <a:p>
                      <a:pPr algn="l" fontAlgn="b"/>
                      <a:r>
                        <a:rPr lang="en-US" sz="1100" b="0" i="0" u="none" strike="noStrike" dirty="0">
                          <a:solidFill>
                            <a:srgbClr val="000000"/>
                          </a:solidFill>
                          <a:effectLst/>
                          <a:latin typeface="+mn-lt"/>
                        </a:rPr>
                        <a:t>db2 "</a:t>
                      </a:r>
                      <a:r>
                        <a:rPr lang="en-US" sz="1100" b="0" i="0" u="none" strike="noStrike" dirty="0" err="1">
                          <a:solidFill>
                            <a:srgbClr val="000000"/>
                          </a:solidFill>
                          <a:effectLst/>
                          <a:latin typeface="+mn-lt"/>
                        </a:rPr>
                        <a:t>runstats</a:t>
                      </a:r>
                      <a:r>
                        <a:rPr lang="en-US" sz="1100" b="0" i="0" u="none" strike="noStrike" dirty="0">
                          <a:solidFill>
                            <a:srgbClr val="000000"/>
                          </a:solidFill>
                          <a:effectLst/>
                          <a:latin typeface="+mn-lt"/>
                        </a:rPr>
                        <a:t> on table  XXX.REQUESTLOG ALLOW WRITE ACCESS"</a:t>
                      </a:r>
                      <a:endParaRPr lang="en-US" sz="1100" b="0" i="0" u="none" strike="noStrike" dirty="0">
                        <a:solidFill>
                          <a:srgbClr val="000000"/>
                        </a:solidFill>
                        <a:effectLst/>
                        <a:latin typeface="Arial"/>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Arial"/>
                        </a:rPr>
                        <a:t>&lt; 5 sec</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95644434"/>
                  </a:ext>
                </a:extLst>
              </a:tr>
              <a:tr h="453019">
                <a:tc>
                  <a:txBody>
                    <a:bodyPr/>
                    <a:lstStyle/>
                    <a:p>
                      <a:pPr algn="l" fontAlgn="b"/>
                      <a:r>
                        <a:rPr lang="en-US" sz="1100" b="0" i="0" u="none" strike="noStrike" dirty="0">
                          <a:solidFill>
                            <a:srgbClr val="000000"/>
                          </a:solidFill>
                          <a:effectLst/>
                          <a:latin typeface="+mn-lt"/>
                        </a:rPr>
                        <a:t>db2 </a:t>
                      </a:r>
                      <a:r>
                        <a:rPr lang="en-US" sz="1100" b="0" i="0" u="none" strike="noStrike" dirty="0" err="1">
                          <a:solidFill>
                            <a:srgbClr val="000000"/>
                          </a:solidFill>
                          <a:effectLst/>
                          <a:latin typeface="+mn-lt"/>
                        </a:rPr>
                        <a:t>reorgchk</a:t>
                      </a:r>
                      <a:r>
                        <a:rPr lang="en-US" sz="1100" b="0" i="0" u="none" strike="noStrike" dirty="0">
                          <a:solidFill>
                            <a:srgbClr val="000000"/>
                          </a:solidFill>
                          <a:effectLst/>
                          <a:latin typeface="+mn-lt"/>
                        </a:rPr>
                        <a:t> CURRENT STATISTICS on table ALL | sed -e "s/       / /g"</a:t>
                      </a:r>
                      <a:endParaRPr lang="en-US" sz="1100" b="0" i="0" u="none" strike="noStrike" dirty="0">
                        <a:solidFill>
                          <a:srgbClr val="000000"/>
                        </a:solidFill>
                        <a:effectLst/>
                        <a:latin typeface="Arial"/>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Arial"/>
                        </a:rPr>
                        <a:t>This shows the change in the REQUESTLOG table</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80160580"/>
                  </a:ext>
                </a:extLst>
              </a:tr>
              <a:tr h="258553">
                <a:tc>
                  <a:txBody>
                    <a:bodyPr/>
                    <a:lstStyle/>
                    <a:p>
                      <a:pPr algn="l" fontAlgn="b"/>
                      <a:endParaRPr lang="en-US" sz="1100" b="0" i="0" u="none" strike="noStrike" dirty="0">
                        <a:solidFill>
                          <a:srgbClr val="000000"/>
                        </a:solidFill>
                        <a:effectLst/>
                        <a:latin typeface="Arial"/>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dirty="0">
                        <a:solidFill>
                          <a:srgbClr val="000000"/>
                        </a:solidFill>
                        <a:effectLst/>
                        <a:latin typeface="Arial"/>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10560293"/>
                  </a:ext>
                </a:extLst>
              </a:tr>
              <a:tr h="258553">
                <a:tc>
                  <a:txBody>
                    <a:bodyPr/>
                    <a:lstStyle/>
                    <a:p>
                      <a:pPr algn="l" fontAlgn="b"/>
                      <a:endParaRPr lang="en-US" sz="1100" b="0" i="0" u="none" strike="noStrike" dirty="0">
                        <a:solidFill>
                          <a:srgbClr val="000000"/>
                        </a:solidFill>
                        <a:effectLst/>
                        <a:latin typeface="Arial"/>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dirty="0">
                        <a:solidFill>
                          <a:srgbClr val="000000"/>
                        </a:solidFill>
                        <a:effectLst/>
                        <a:latin typeface="Arial"/>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27191676"/>
                  </a:ext>
                </a:extLst>
              </a:tr>
            </a:tbl>
          </a:graphicData>
        </a:graphic>
      </p:graphicFrame>
      <p:sp>
        <p:nvSpPr>
          <p:cNvPr id="5" name="TextBox 4">
            <a:extLst>
              <a:ext uri="{FF2B5EF4-FFF2-40B4-BE49-F238E27FC236}">
                <a16:creationId xmlns:a16="http://schemas.microsoft.com/office/drawing/2014/main" id="{B16D01B0-51AD-B9C7-D157-409F2DF45B49}"/>
              </a:ext>
            </a:extLst>
          </p:cNvPr>
          <p:cNvSpPr txBox="1"/>
          <p:nvPr/>
        </p:nvSpPr>
        <p:spPr>
          <a:xfrm>
            <a:off x="466928" y="1167319"/>
            <a:ext cx="11485746" cy="430887"/>
          </a:xfrm>
          <a:prstGeom prst="rect">
            <a:avLst/>
          </a:prstGeom>
          <a:noFill/>
        </p:spPr>
        <p:txBody>
          <a:bodyPr wrap="square" rtlCol="0">
            <a:spAutoFit/>
          </a:bodyPr>
          <a:lstStyle/>
          <a:p>
            <a:r>
              <a:rPr lang="en-US" sz="1100" b="0" i="0" dirty="0">
                <a:solidFill>
                  <a:srgbClr val="161616"/>
                </a:solidFill>
                <a:effectLst/>
              </a:rPr>
              <a:t>The </a:t>
            </a:r>
            <a:r>
              <a:rPr lang="en-US" sz="1100" b="1" i="0" dirty="0">
                <a:solidFill>
                  <a:srgbClr val="161616"/>
                </a:solidFill>
                <a:effectLst/>
              </a:rPr>
              <a:t>REORGCHK</a:t>
            </a:r>
            <a:r>
              <a:rPr lang="en-US" sz="1100" b="0" i="0" dirty="0">
                <a:solidFill>
                  <a:srgbClr val="161616"/>
                </a:solidFill>
                <a:effectLst/>
              </a:rPr>
              <a:t> command provides table or index statistics that indicate, according to IBM suggestions, whether reorganization may result in improved usage or disk space, and/or improved performance.</a:t>
            </a:r>
            <a:endParaRPr lang="en-GB" sz="1100" dirty="0"/>
          </a:p>
        </p:txBody>
      </p:sp>
    </p:spTree>
    <p:extLst>
      <p:ext uri="{BB962C8B-B14F-4D97-AF65-F5344CB8AC3E}">
        <p14:creationId xmlns:p14="http://schemas.microsoft.com/office/powerpoint/2010/main" val="653663593"/>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D27B7-E60E-2BB4-2095-04ABB297CF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84C6F8-341C-2CB5-58BD-BC9C2C173D90}"/>
              </a:ext>
            </a:extLst>
          </p:cNvPr>
          <p:cNvSpPr>
            <a:spLocks noGrp="1"/>
          </p:cNvSpPr>
          <p:nvPr>
            <p:ph type="title"/>
          </p:nvPr>
        </p:nvSpPr>
        <p:spPr>
          <a:prstGeom prst="rect">
            <a:avLst/>
          </a:prstGeom>
        </p:spPr>
        <p:txBody>
          <a:bodyPr>
            <a:noAutofit/>
          </a:bodyPr>
          <a:lstStyle/>
          <a:p>
            <a:r>
              <a:rPr lang="en-GB" sz="3600" dirty="0">
                <a:solidFill>
                  <a:srgbClr val="002060"/>
                </a:solidFill>
                <a:latin typeface="Arial"/>
                <a:cs typeface="Arial"/>
              </a:rPr>
              <a:t>Activity (4)</a:t>
            </a:r>
            <a:endParaRPr lang="en-GB" sz="3600" dirty="0">
              <a:solidFill>
                <a:srgbClr val="002060"/>
              </a:solidFill>
            </a:endParaRPr>
          </a:p>
        </p:txBody>
      </p:sp>
      <p:graphicFrame>
        <p:nvGraphicFramePr>
          <p:cNvPr id="4" name="Content Placeholder 3">
            <a:extLst>
              <a:ext uri="{FF2B5EF4-FFF2-40B4-BE49-F238E27FC236}">
                <a16:creationId xmlns:a16="http://schemas.microsoft.com/office/drawing/2014/main" id="{4CA62860-A234-4C55-E823-0956D1B24B78}"/>
              </a:ext>
            </a:extLst>
          </p:cNvPr>
          <p:cNvGraphicFramePr>
            <a:graphicFrameLocks noGrp="1"/>
          </p:cNvGraphicFramePr>
          <p:nvPr>
            <p:ph idx="1"/>
            <p:extLst>
              <p:ext uri="{D42A27DB-BD31-4B8C-83A1-F6EECF244321}">
                <p14:modId xmlns:p14="http://schemas.microsoft.com/office/powerpoint/2010/main" val="3584858685"/>
              </p:ext>
            </p:extLst>
          </p:nvPr>
        </p:nvGraphicFramePr>
        <p:xfrm>
          <a:off x="613327" y="1508346"/>
          <a:ext cx="10999057" cy="4622357"/>
        </p:xfrm>
        <a:graphic>
          <a:graphicData uri="http://schemas.openxmlformats.org/drawingml/2006/table">
            <a:tbl>
              <a:tblPr bandRow="1">
                <a:tableStyleId>{5C22544A-7EE6-4342-B048-85BDC9FD1C3A}</a:tableStyleId>
              </a:tblPr>
              <a:tblGrid>
                <a:gridCol w="7364317">
                  <a:extLst>
                    <a:ext uri="{9D8B030D-6E8A-4147-A177-3AD203B41FA5}">
                      <a16:colId xmlns:a16="http://schemas.microsoft.com/office/drawing/2014/main" val="2852942938"/>
                    </a:ext>
                  </a:extLst>
                </a:gridCol>
                <a:gridCol w="3634740">
                  <a:extLst>
                    <a:ext uri="{9D8B030D-6E8A-4147-A177-3AD203B41FA5}">
                      <a16:colId xmlns:a16="http://schemas.microsoft.com/office/drawing/2014/main" val="2777809411"/>
                    </a:ext>
                  </a:extLst>
                </a:gridCol>
              </a:tblGrid>
              <a:tr h="205277">
                <a:tc>
                  <a:txBody>
                    <a:bodyPr/>
                    <a:lstStyle/>
                    <a:p>
                      <a:pPr algn="l" fontAlgn="b"/>
                      <a:r>
                        <a:rPr lang="en-US" sz="1400" b="1" i="0" u="none" strike="noStrike" dirty="0">
                          <a:solidFill>
                            <a:schemeClr val="bg1"/>
                          </a:solidFill>
                          <a:effectLst/>
                          <a:latin typeface="Arial"/>
                        </a:rPr>
                        <a:t>SQL /Tools</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l" fontAlgn="b"/>
                      <a:r>
                        <a:rPr lang="en-US" sz="1400" b="1" i="0" u="none" strike="noStrike" dirty="0">
                          <a:solidFill>
                            <a:schemeClr val="bg1"/>
                          </a:solidFill>
                          <a:effectLst/>
                          <a:latin typeface="Arial"/>
                        </a:rPr>
                        <a:t>Comments</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3545737261"/>
                  </a:ext>
                </a:extLst>
              </a:tr>
              <a:tr h="614237">
                <a:tc>
                  <a:txBody>
                    <a:bodyPr/>
                    <a:lstStyle/>
                    <a:p>
                      <a:pPr algn="l" fontAlgn="b"/>
                      <a:r>
                        <a:rPr lang="en-US" sz="1100" b="0" i="0" u="none" strike="noStrike" dirty="0">
                          <a:solidFill>
                            <a:srgbClr val="000000"/>
                          </a:solidFill>
                          <a:effectLst/>
                          <a:latin typeface="+mn-lt"/>
                        </a:rPr>
                        <a:t>db2 "SELECT SUBSTR(TABSCHEMA,1,10) AS SCHEMA,SUBSTR(TABNAME,1,20) AS NAME,TABLE_SCANS,ROWS_READ,ROWS_INSERTED,ROWS_DELETED FROM TABLE(MON_GET_TABLE('','',-1)) ORDER BY ROWS_READ DESC FETCH FIRST 10 ROWS </a:t>
                      </a:r>
                      <a:r>
                        <a:rPr lang="en-US" sz="1100" b="0" i="0" u="none" strike="noStrike" dirty="0" err="1">
                          <a:solidFill>
                            <a:srgbClr val="000000"/>
                          </a:solidFill>
                          <a:effectLst/>
                          <a:latin typeface="+mn-lt"/>
                        </a:rPr>
                        <a:t>ONLY"|sed</a:t>
                      </a:r>
                      <a:r>
                        <a:rPr lang="en-US" sz="1100" b="0" i="0" u="none" strike="noStrike" dirty="0">
                          <a:solidFill>
                            <a:srgbClr val="000000"/>
                          </a:solidFill>
                          <a:effectLst/>
                          <a:latin typeface="+mn-lt"/>
                        </a:rPr>
                        <a:t> -e "s/       / /g"</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Arial"/>
                        </a:rPr>
                        <a:t>Get most active tables, target these for reorg if required.</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23371427"/>
                  </a:ext>
                </a:extLst>
              </a:tr>
              <a:tr h="170336">
                <a:tc>
                  <a:txBody>
                    <a:bodyPr/>
                    <a:lstStyle/>
                    <a:p>
                      <a:pPr algn="l" fontAlgn="b"/>
                      <a:r>
                        <a:rPr lang="en-US" sz="1100" b="0" i="0" u="none" strike="noStrike" dirty="0">
                          <a:solidFill>
                            <a:srgbClr val="000000"/>
                          </a:solidFill>
                          <a:effectLst/>
                          <a:latin typeface="+mn-lt"/>
                        </a:rPr>
                        <a:t>db2 "SELECT SUBSTR(TABSCHEMA,1,10) AS SCHEMA,SUBSTR(TABNAME,1,20) AS NAME,IID,NLEAF, NLEVELS,INDEX_SCANS,KEY_UPDATES,BOUNDARY_LEAF_NODE_SPLITS + NONBOUNDARY_LEAF_NODE_SPLITS AS PAGE_SPLITS FROM TABLE(MON_GET_INDEX('','',-1)) ORDER BY INDEX_SCANS DESC FETCH FIRST 10 ROWS </a:t>
                      </a:r>
                      <a:r>
                        <a:rPr lang="en-US" sz="1100" b="0" i="0" u="none" strike="noStrike" dirty="0" err="1">
                          <a:solidFill>
                            <a:srgbClr val="000000"/>
                          </a:solidFill>
                          <a:effectLst/>
                          <a:latin typeface="+mn-lt"/>
                        </a:rPr>
                        <a:t>ONLY"|sed</a:t>
                      </a:r>
                      <a:r>
                        <a:rPr lang="en-US" sz="1100" b="0" i="0" u="none" strike="noStrike" dirty="0">
                          <a:solidFill>
                            <a:srgbClr val="000000"/>
                          </a:solidFill>
                          <a:effectLst/>
                          <a:latin typeface="+mn-lt"/>
                        </a:rPr>
                        <a:t> -e "s/       / /g"</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Arial"/>
                        </a:rPr>
                        <a:t>Get most active indexes, target these for reorg if required. Note that if a table has multiple indexes, XXX knowledge is required to understand which are the most important indexes.</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60624045"/>
                  </a:ext>
                </a:extLst>
              </a:tr>
              <a:tr h="170336">
                <a:tc>
                  <a:txBody>
                    <a:bodyPr/>
                    <a:lstStyle/>
                    <a:p>
                      <a:pPr algn="l" fontAlgn="b"/>
                      <a:r>
                        <a:rPr lang="en-US" sz="1100" b="0" i="0" u="none" strike="noStrike" dirty="0">
                          <a:solidFill>
                            <a:srgbClr val="000000"/>
                          </a:solidFill>
                          <a:effectLst/>
                          <a:latin typeface="+mn-lt"/>
                        </a:rPr>
                        <a:t>db2 "SELECT SUBSTR(TABSCHEMA,1,10) AS SCHEMA,SUBSTR(TABNAME,1,20) AS NAME,TABLE_SCANS,ROWS_READ,ROWS_INSERTED,ROWS_DELETED FROM TABLE(MON_GET_TABLE('','',-1)) ORDER BY ROWS_READ DESC FETCH FIRST 10 ROWS </a:t>
                      </a:r>
                      <a:r>
                        <a:rPr lang="en-US" sz="1100" b="0" i="0" u="none" strike="noStrike" dirty="0" err="1">
                          <a:solidFill>
                            <a:srgbClr val="000000"/>
                          </a:solidFill>
                          <a:effectLst/>
                          <a:latin typeface="+mn-lt"/>
                        </a:rPr>
                        <a:t>ONLY"|sed</a:t>
                      </a:r>
                      <a:r>
                        <a:rPr lang="en-US" sz="1100" b="0" i="0" u="none" strike="noStrike" dirty="0">
                          <a:solidFill>
                            <a:srgbClr val="000000"/>
                          </a:solidFill>
                          <a:effectLst/>
                          <a:latin typeface="+mn-lt"/>
                        </a:rPr>
                        <a:t> -e "s/       / /g"</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Arial"/>
                        </a:rPr>
                        <a:t>Get </a:t>
                      </a:r>
                      <a:r>
                        <a:rPr lang="en-US" sz="1100" b="0" i="0" u="none" strike="noStrike" dirty="0" err="1">
                          <a:solidFill>
                            <a:srgbClr val="000000"/>
                          </a:solidFill>
                          <a:effectLst/>
                          <a:latin typeface="Arial"/>
                        </a:rPr>
                        <a:t>i</a:t>
                      </a:r>
                      <a:r>
                        <a:rPr lang="en-US" sz="1100" b="0" i="0" u="none" strike="noStrike" dirty="0">
                          <a:solidFill>
                            <a:srgbClr val="000000"/>
                          </a:solidFill>
                          <a:effectLst/>
                          <a:latin typeface="Arial"/>
                        </a:rPr>
                        <a:t>/u/d/</a:t>
                      </a:r>
                      <a:r>
                        <a:rPr lang="en-US" sz="1100" b="0" i="0" u="none" strike="noStrike" dirty="0" err="1">
                          <a:solidFill>
                            <a:srgbClr val="000000"/>
                          </a:solidFill>
                          <a:effectLst/>
                          <a:latin typeface="Arial"/>
                        </a:rPr>
                        <a:t>tablescan</a:t>
                      </a:r>
                      <a:r>
                        <a:rPr lang="en-US" sz="1100" b="0" i="0" u="none" strike="noStrike" dirty="0">
                          <a:solidFill>
                            <a:srgbClr val="000000"/>
                          </a:solidFill>
                          <a:effectLst/>
                          <a:latin typeface="Arial"/>
                        </a:rPr>
                        <a:t> for all tables.</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45815477"/>
                  </a:ext>
                </a:extLst>
              </a:tr>
              <a:tr h="170336">
                <a:tc>
                  <a:txBody>
                    <a:bodyPr/>
                    <a:lstStyle/>
                    <a:p>
                      <a:pPr algn="l" fontAlgn="b"/>
                      <a:r>
                        <a:rPr lang="en-US" sz="1100" b="0" i="0" u="none" strike="noStrike" dirty="0">
                          <a:solidFill>
                            <a:srgbClr val="000000"/>
                          </a:solidFill>
                          <a:effectLst/>
                          <a:latin typeface="+mn-lt"/>
                        </a:rPr>
                        <a:t>db2 "select creator, name, </a:t>
                      </a:r>
                      <a:r>
                        <a:rPr lang="en-US" sz="1100" b="0" i="0" u="none" strike="noStrike" dirty="0" err="1">
                          <a:solidFill>
                            <a:srgbClr val="000000"/>
                          </a:solidFill>
                          <a:effectLst/>
                          <a:latin typeface="+mn-lt"/>
                        </a:rPr>
                        <a:t>avgrowsize</a:t>
                      </a:r>
                      <a:r>
                        <a:rPr lang="en-US" sz="1100" b="0" i="0" u="none" strike="noStrike" dirty="0">
                          <a:solidFill>
                            <a:srgbClr val="000000"/>
                          </a:solidFill>
                          <a:effectLst/>
                          <a:latin typeface="+mn-lt"/>
                        </a:rPr>
                        <a:t>, card, </a:t>
                      </a:r>
                      <a:r>
                        <a:rPr lang="en-US" sz="1100" b="0" i="0" u="none" strike="noStrike" dirty="0" err="1">
                          <a:solidFill>
                            <a:srgbClr val="000000"/>
                          </a:solidFill>
                          <a:effectLst/>
                          <a:latin typeface="+mn-lt"/>
                        </a:rPr>
                        <a:t>stats_time</a:t>
                      </a:r>
                      <a:r>
                        <a:rPr lang="en-US" sz="1100" b="0" i="0" u="none" strike="noStrike" dirty="0">
                          <a:solidFill>
                            <a:srgbClr val="000000"/>
                          </a:solidFill>
                          <a:effectLst/>
                          <a:latin typeface="+mn-lt"/>
                        </a:rPr>
                        <a:t>, </a:t>
                      </a:r>
                      <a:r>
                        <a:rPr lang="en-US" sz="1100" b="0" i="0" u="none" strike="noStrike" dirty="0" err="1">
                          <a:solidFill>
                            <a:srgbClr val="000000"/>
                          </a:solidFill>
                          <a:effectLst/>
                          <a:latin typeface="+mn-lt"/>
                        </a:rPr>
                        <a:t>avgrowsize</a:t>
                      </a:r>
                      <a:r>
                        <a:rPr lang="en-US" sz="1100" b="0" i="0" u="none" strike="noStrike" dirty="0">
                          <a:solidFill>
                            <a:srgbClr val="000000"/>
                          </a:solidFill>
                          <a:effectLst/>
                          <a:latin typeface="+mn-lt"/>
                        </a:rPr>
                        <a:t>*card as </a:t>
                      </a:r>
                      <a:r>
                        <a:rPr lang="en-US" sz="1100" b="0" i="0" u="none" strike="noStrike" dirty="0" err="1">
                          <a:solidFill>
                            <a:srgbClr val="000000"/>
                          </a:solidFill>
                          <a:effectLst/>
                          <a:latin typeface="+mn-lt"/>
                        </a:rPr>
                        <a:t>tbsize</a:t>
                      </a:r>
                      <a:r>
                        <a:rPr lang="en-US" sz="1100" b="0" i="0" u="none" strike="noStrike" dirty="0">
                          <a:solidFill>
                            <a:srgbClr val="000000"/>
                          </a:solidFill>
                          <a:effectLst/>
                          <a:latin typeface="+mn-lt"/>
                        </a:rPr>
                        <a:t>, </a:t>
                      </a:r>
                      <a:r>
                        <a:rPr lang="en-US" sz="1100" b="0" i="0" u="none" strike="noStrike" dirty="0" err="1">
                          <a:solidFill>
                            <a:srgbClr val="000000"/>
                          </a:solidFill>
                          <a:effectLst/>
                          <a:latin typeface="+mn-lt"/>
                        </a:rPr>
                        <a:t>npages</a:t>
                      </a:r>
                      <a:r>
                        <a:rPr lang="en-US" sz="1100" b="0" i="0" u="none" strike="noStrike" dirty="0">
                          <a:solidFill>
                            <a:srgbClr val="000000"/>
                          </a:solidFill>
                          <a:effectLst/>
                          <a:latin typeface="+mn-lt"/>
                        </a:rPr>
                        <a:t>*</a:t>
                      </a:r>
                      <a:r>
                        <a:rPr lang="en-US" sz="1100" b="0" i="0" u="none" strike="noStrike" dirty="0" err="1">
                          <a:solidFill>
                            <a:srgbClr val="000000"/>
                          </a:solidFill>
                          <a:effectLst/>
                          <a:latin typeface="+mn-lt"/>
                        </a:rPr>
                        <a:t>t.pagesize</a:t>
                      </a:r>
                      <a:r>
                        <a:rPr lang="en-US" sz="1100" b="0" i="0" u="none" strike="noStrike" dirty="0">
                          <a:solidFill>
                            <a:srgbClr val="000000"/>
                          </a:solidFill>
                          <a:effectLst/>
                          <a:latin typeface="+mn-lt"/>
                        </a:rPr>
                        <a:t>/1024/1024 as </a:t>
                      </a:r>
                      <a:r>
                        <a:rPr lang="en-US" sz="1100" b="0" i="0" u="none" strike="noStrike" dirty="0" err="1">
                          <a:solidFill>
                            <a:srgbClr val="000000"/>
                          </a:solidFill>
                          <a:effectLst/>
                          <a:latin typeface="+mn-lt"/>
                        </a:rPr>
                        <a:t>tbsize_inMB</a:t>
                      </a:r>
                      <a:r>
                        <a:rPr lang="en-US" sz="1100" b="0" i="0" u="none" strike="noStrike" dirty="0">
                          <a:solidFill>
                            <a:srgbClr val="000000"/>
                          </a:solidFill>
                          <a:effectLst/>
                          <a:latin typeface="+mn-lt"/>
                        </a:rPr>
                        <a:t> from </a:t>
                      </a:r>
                      <a:r>
                        <a:rPr lang="en-US" sz="1100" b="0" i="0" u="none" strike="noStrike" dirty="0" err="1">
                          <a:solidFill>
                            <a:srgbClr val="000000"/>
                          </a:solidFill>
                          <a:effectLst/>
                          <a:latin typeface="+mn-lt"/>
                        </a:rPr>
                        <a:t>sysibm.systables</a:t>
                      </a:r>
                      <a:r>
                        <a:rPr lang="en-US" sz="1100" b="0" i="0" u="none" strike="noStrike" dirty="0">
                          <a:solidFill>
                            <a:srgbClr val="000000"/>
                          </a:solidFill>
                          <a:effectLst/>
                          <a:latin typeface="+mn-lt"/>
                        </a:rPr>
                        <a:t> t1, </a:t>
                      </a:r>
                      <a:r>
                        <a:rPr lang="en-US" sz="1100" b="0" i="0" u="none" strike="noStrike" dirty="0" err="1">
                          <a:solidFill>
                            <a:srgbClr val="000000"/>
                          </a:solidFill>
                          <a:effectLst/>
                          <a:latin typeface="+mn-lt"/>
                        </a:rPr>
                        <a:t>syscat.tablespaces</a:t>
                      </a:r>
                      <a:r>
                        <a:rPr lang="en-US" sz="1100" b="0" i="0" u="none" strike="noStrike" dirty="0">
                          <a:solidFill>
                            <a:srgbClr val="000000"/>
                          </a:solidFill>
                          <a:effectLst/>
                          <a:latin typeface="+mn-lt"/>
                        </a:rPr>
                        <a:t> t where creator not like 'DB2%' and t1.tbspace=</a:t>
                      </a:r>
                      <a:r>
                        <a:rPr lang="en-US" sz="1100" b="0" i="0" u="none" strike="noStrike" dirty="0" err="1">
                          <a:solidFill>
                            <a:srgbClr val="000000"/>
                          </a:solidFill>
                          <a:effectLst/>
                          <a:latin typeface="+mn-lt"/>
                        </a:rPr>
                        <a:t>t.tbspace</a:t>
                      </a:r>
                      <a:r>
                        <a:rPr lang="en-US" sz="1100" b="0" i="0" u="none" strike="noStrike" dirty="0">
                          <a:solidFill>
                            <a:srgbClr val="000000"/>
                          </a:solidFill>
                          <a:effectLst/>
                          <a:latin typeface="+mn-lt"/>
                        </a:rPr>
                        <a:t> order by </a:t>
                      </a:r>
                      <a:r>
                        <a:rPr lang="en-US" sz="1100" b="0" i="0" u="none" strike="noStrike" dirty="0" err="1">
                          <a:solidFill>
                            <a:srgbClr val="000000"/>
                          </a:solidFill>
                          <a:effectLst/>
                          <a:latin typeface="+mn-lt"/>
                        </a:rPr>
                        <a:t>tbsize</a:t>
                      </a:r>
                      <a:r>
                        <a:rPr lang="en-US" sz="1100" b="0" i="0" u="none" strike="noStrike" dirty="0">
                          <a:solidFill>
                            <a:srgbClr val="000000"/>
                          </a:solidFill>
                          <a:effectLst/>
                          <a:latin typeface="+mn-lt"/>
                        </a:rPr>
                        <a:t> desc fetch first 10 rows only "|sed -e "s/       / /g"</a:t>
                      </a:r>
                    </a:p>
                    <a:p>
                      <a:pPr algn="l" fontAlgn="b"/>
                      <a:endParaRPr lang="en-US" sz="1100" b="0" i="0" u="none" strike="noStrike" dirty="0">
                        <a:solidFill>
                          <a:srgbClr val="000000"/>
                        </a:solidFill>
                        <a:effectLst/>
                        <a:latin typeface="Arial"/>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Arial"/>
                        </a:rPr>
                        <a:t>Get biggest tables.</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61112732"/>
                  </a:ext>
                </a:extLst>
              </a:tr>
              <a:tr h="170336">
                <a:tc>
                  <a:txBody>
                    <a:bodyPr/>
                    <a:lstStyle/>
                    <a:p>
                      <a:pPr algn="l" fontAlgn="b"/>
                      <a:r>
                        <a:rPr lang="en-US" sz="1100" b="0" i="0" u="none" strike="noStrike" dirty="0">
                          <a:solidFill>
                            <a:srgbClr val="000000"/>
                          </a:solidFill>
                          <a:effectLst/>
                          <a:latin typeface="+mn-lt"/>
                        </a:rPr>
                        <a:t>db2 "SELECT INDSCHEMA, INDNAME, TABNAME, LASTUSED FROM SYSCAT.INDEXES  ORDER BY LASTUSED" | sed -e "s/       / /g“ ## Add { WHERE INDSCHEMA = 'XXX’ } for XXX</a:t>
                      </a:r>
                      <a:endParaRPr lang="en-US" sz="1100" b="0" i="0" u="none" strike="noStrike" dirty="0">
                        <a:solidFill>
                          <a:srgbClr val="000000"/>
                        </a:solidFill>
                        <a:effectLst/>
                        <a:latin typeface="Arial"/>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Arial"/>
                        </a:rPr>
                        <a:t>Get dates for INDEX last use</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75576241"/>
                  </a:ext>
                </a:extLst>
              </a:tr>
              <a:tr h="170336">
                <a:tc>
                  <a:txBody>
                    <a:bodyPr/>
                    <a:lstStyle/>
                    <a:p>
                      <a:pPr algn="l" fontAlgn="b"/>
                      <a:r>
                        <a:rPr lang="en-US" sz="1100" b="0" i="0" u="none" strike="noStrike" dirty="0">
                          <a:solidFill>
                            <a:srgbClr val="000000"/>
                          </a:solidFill>
                          <a:effectLst/>
                          <a:latin typeface="+mn-lt"/>
                        </a:rPr>
                        <a:t>db2 "SELECT varchar(workload_name,30) as </a:t>
                      </a:r>
                      <a:r>
                        <a:rPr lang="en-US" sz="1100" b="0" i="0" u="none" strike="noStrike" dirty="0" err="1">
                          <a:solidFill>
                            <a:srgbClr val="000000"/>
                          </a:solidFill>
                          <a:effectLst/>
                          <a:latin typeface="+mn-lt"/>
                        </a:rPr>
                        <a:t>workload_name</a:t>
                      </a:r>
                      <a:r>
                        <a:rPr lang="en-US" sz="1100" b="0" i="0" u="none" strike="noStrike" dirty="0">
                          <a:solidFill>
                            <a:srgbClr val="000000"/>
                          </a:solidFill>
                          <a:effectLst/>
                          <a:latin typeface="+mn-lt"/>
                        </a:rPr>
                        <a:t>, sum(</a:t>
                      </a:r>
                      <a:r>
                        <a:rPr lang="en-US" sz="1100" b="0" i="0" u="none" strike="noStrike" dirty="0" err="1">
                          <a:solidFill>
                            <a:srgbClr val="000000"/>
                          </a:solidFill>
                          <a:effectLst/>
                          <a:latin typeface="+mn-lt"/>
                        </a:rPr>
                        <a:t>lock_wait_time</a:t>
                      </a:r>
                      <a:r>
                        <a:rPr lang="en-US" sz="1100" b="0" i="0" u="none" strike="noStrike" dirty="0">
                          <a:solidFill>
                            <a:srgbClr val="000000"/>
                          </a:solidFill>
                          <a:effectLst/>
                          <a:latin typeface="+mn-lt"/>
                        </a:rPr>
                        <a:t>) as </a:t>
                      </a:r>
                      <a:r>
                        <a:rPr lang="en-US" sz="1100" b="0" i="0" u="none" strike="noStrike" dirty="0" err="1">
                          <a:solidFill>
                            <a:srgbClr val="000000"/>
                          </a:solidFill>
                          <a:effectLst/>
                          <a:latin typeface="+mn-lt"/>
                        </a:rPr>
                        <a:t>total_lock_wait_time</a:t>
                      </a:r>
                      <a:r>
                        <a:rPr lang="en-US" sz="1100" b="0" i="0" u="none" strike="noStrike" dirty="0">
                          <a:solidFill>
                            <a:srgbClr val="000000"/>
                          </a:solidFill>
                          <a:effectLst/>
                          <a:latin typeface="+mn-lt"/>
                        </a:rPr>
                        <a:t>, sum(</a:t>
                      </a:r>
                      <a:r>
                        <a:rPr lang="en-US" sz="1100" b="0" i="0" u="none" strike="noStrike" dirty="0" err="1">
                          <a:solidFill>
                            <a:srgbClr val="000000"/>
                          </a:solidFill>
                          <a:effectLst/>
                          <a:latin typeface="+mn-lt"/>
                        </a:rPr>
                        <a:t>lock_waits</a:t>
                      </a:r>
                      <a:r>
                        <a:rPr lang="en-US" sz="1100" b="0" i="0" u="none" strike="noStrike" dirty="0">
                          <a:solidFill>
                            <a:srgbClr val="000000"/>
                          </a:solidFill>
                          <a:effectLst/>
                          <a:latin typeface="+mn-lt"/>
                        </a:rPr>
                        <a:t>) as </a:t>
                      </a:r>
                      <a:r>
                        <a:rPr lang="en-US" sz="1100" b="0" i="0" u="none" strike="noStrike" dirty="0" err="1">
                          <a:solidFill>
                            <a:srgbClr val="000000"/>
                          </a:solidFill>
                          <a:effectLst/>
                          <a:latin typeface="+mn-lt"/>
                        </a:rPr>
                        <a:t>total_lock_waits</a:t>
                      </a:r>
                      <a:r>
                        <a:rPr lang="en-US" sz="1100" b="0" i="0" u="none" strike="noStrike" dirty="0">
                          <a:solidFill>
                            <a:srgbClr val="000000"/>
                          </a:solidFill>
                          <a:effectLst/>
                          <a:latin typeface="+mn-lt"/>
                        </a:rPr>
                        <a:t>, sum(</a:t>
                      </a:r>
                      <a:r>
                        <a:rPr lang="en-US" sz="1100" b="0" i="0" u="none" strike="noStrike" dirty="0" err="1">
                          <a:solidFill>
                            <a:srgbClr val="000000"/>
                          </a:solidFill>
                          <a:effectLst/>
                          <a:latin typeface="+mn-lt"/>
                        </a:rPr>
                        <a:t>lock_timeouts</a:t>
                      </a:r>
                      <a:r>
                        <a:rPr lang="en-US" sz="1100" b="0" i="0" u="none" strike="noStrike" dirty="0">
                          <a:solidFill>
                            <a:srgbClr val="000000"/>
                          </a:solidFill>
                          <a:effectLst/>
                          <a:latin typeface="+mn-lt"/>
                        </a:rPr>
                        <a:t>) as </a:t>
                      </a:r>
                      <a:r>
                        <a:rPr lang="en-US" sz="1100" b="0" i="0" u="none" strike="noStrike" dirty="0" err="1">
                          <a:solidFill>
                            <a:srgbClr val="000000"/>
                          </a:solidFill>
                          <a:effectLst/>
                          <a:latin typeface="+mn-lt"/>
                        </a:rPr>
                        <a:t>total_lock_timeouts</a:t>
                      </a:r>
                      <a:r>
                        <a:rPr lang="en-US" sz="1100" b="0" i="0" u="none" strike="noStrike" dirty="0">
                          <a:solidFill>
                            <a:srgbClr val="000000"/>
                          </a:solidFill>
                          <a:effectLst/>
                          <a:latin typeface="+mn-lt"/>
                        </a:rPr>
                        <a:t>, sum(</a:t>
                      </a:r>
                      <a:r>
                        <a:rPr lang="en-US" sz="1100" b="0" i="0" u="none" strike="noStrike" dirty="0" err="1">
                          <a:solidFill>
                            <a:srgbClr val="000000"/>
                          </a:solidFill>
                          <a:effectLst/>
                          <a:latin typeface="+mn-lt"/>
                        </a:rPr>
                        <a:t>lock_escals</a:t>
                      </a:r>
                      <a:r>
                        <a:rPr lang="en-US" sz="1100" b="0" i="0" u="none" strike="noStrike" dirty="0">
                          <a:solidFill>
                            <a:srgbClr val="000000"/>
                          </a:solidFill>
                          <a:effectLst/>
                          <a:latin typeface="+mn-lt"/>
                        </a:rPr>
                        <a:t>) as </a:t>
                      </a:r>
                      <a:r>
                        <a:rPr lang="en-US" sz="1100" b="0" i="0" u="none" strike="noStrike" dirty="0" err="1">
                          <a:solidFill>
                            <a:srgbClr val="000000"/>
                          </a:solidFill>
                          <a:effectLst/>
                          <a:latin typeface="+mn-lt"/>
                        </a:rPr>
                        <a:t>total_lock_escals</a:t>
                      </a:r>
                      <a:r>
                        <a:rPr lang="en-US" sz="1100" b="0" i="0" u="none" strike="noStrike" dirty="0">
                          <a:solidFill>
                            <a:srgbClr val="000000"/>
                          </a:solidFill>
                          <a:effectLst/>
                          <a:latin typeface="+mn-lt"/>
                        </a:rPr>
                        <a:t> FROM TABLE(MON_GET_WORKLOAD('',-2)) AS t GROUP BY </a:t>
                      </a:r>
                      <a:r>
                        <a:rPr lang="en-US" sz="1100" b="0" i="0" u="none" strike="noStrike" dirty="0" err="1">
                          <a:solidFill>
                            <a:srgbClr val="000000"/>
                          </a:solidFill>
                          <a:effectLst/>
                          <a:latin typeface="+mn-lt"/>
                        </a:rPr>
                        <a:t>workload_name</a:t>
                      </a:r>
                      <a:r>
                        <a:rPr lang="en-US" sz="1100" b="0" i="0" u="none" strike="noStrike" dirty="0">
                          <a:solidFill>
                            <a:srgbClr val="000000"/>
                          </a:solidFill>
                          <a:effectLst/>
                          <a:latin typeface="+mn-lt"/>
                        </a:rPr>
                        <a:t> ORDER BY </a:t>
                      </a:r>
                      <a:r>
                        <a:rPr lang="en-US" sz="1100" b="0" i="0" u="none" strike="noStrike" dirty="0" err="1">
                          <a:solidFill>
                            <a:srgbClr val="000000"/>
                          </a:solidFill>
                          <a:effectLst/>
                          <a:latin typeface="+mn-lt"/>
                        </a:rPr>
                        <a:t>total_lock_wait_time</a:t>
                      </a:r>
                      <a:r>
                        <a:rPr lang="en-US" sz="1100" b="0" i="0" u="none" strike="noStrike" dirty="0">
                          <a:solidFill>
                            <a:srgbClr val="000000"/>
                          </a:solidFill>
                          <a:effectLst/>
                          <a:latin typeface="+mn-lt"/>
                        </a:rPr>
                        <a:t> DESC"</a:t>
                      </a:r>
                      <a:endParaRPr lang="en-US" sz="1100" b="0" i="0" u="none" strike="noStrike" dirty="0">
                        <a:solidFill>
                          <a:srgbClr val="000000"/>
                        </a:solidFill>
                        <a:effectLst/>
                        <a:latin typeface="Arial"/>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Arial"/>
                        </a:rPr>
                        <a:t>Get lock information </a:t>
                      </a:r>
                      <a:r>
                        <a:rPr lang="en-US" sz="1100" b="1" i="0" u="none" strike="noStrike" dirty="0">
                          <a:solidFill>
                            <a:srgbClr val="000000"/>
                          </a:solidFill>
                          <a:effectLst/>
                          <a:latin typeface="Arial"/>
                        </a:rPr>
                        <a:t>MON_* functions</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51876702"/>
                  </a:ext>
                </a:extLst>
              </a:tr>
              <a:tr h="170336">
                <a:tc>
                  <a:txBody>
                    <a:bodyPr/>
                    <a:lstStyle/>
                    <a:p>
                      <a:pPr algn="l" fontAlgn="b"/>
                      <a:r>
                        <a:rPr lang="en-US" sz="1100" b="0" i="0" u="none" strike="noStrike" dirty="0">
                          <a:solidFill>
                            <a:srgbClr val="000000"/>
                          </a:solidFill>
                          <a:effectLst/>
                          <a:latin typeface="+mn-lt"/>
                          <a:hlinkClick r:id="rId3"/>
                        </a:rPr>
                        <a:t>https://ibm.github.io/db2-dsmtop-wiki/</a:t>
                      </a:r>
                      <a:r>
                        <a:rPr lang="en-US" sz="1100" b="0" i="0" u="none" strike="noStrike" dirty="0">
                          <a:solidFill>
                            <a:srgbClr val="000000"/>
                          </a:solidFill>
                          <a:effectLst/>
                          <a:latin typeface="+mn-lt"/>
                        </a:rPr>
                        <a:t> </a:t>
                      </a:r>
                      <a:r>
                        <a:rPr lang="en-US" sz="1100" b="1" i="0" u="none" strike="noStrike" dirty="0">
                          <a:solidFill>
                            <a:srgbClr val="000000"/>
                          </a:solidFill>
                          <a:effectLst/>
                          <a:latin typeface="+mn-lt"/>
                        </a:rPr>
                        <a:t>DSMTOP</a:t>
                      </a:r>
                      <a:endParaRPr lang="en-US" sz="1100" b="1" i="0" u="none" strike="noStrike" dirty="0">
                        <a:solidFill>
                          <a:srgbClr val="000000"/>
                        </a:solidFill>
                        <a:effectLst/>
                        <a:latin typeface="Arial"/>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Arial"/>
                        </a:rPr>
                        <a:t>Real time low overhead view of the DB.</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93571695"/>
                  </a:ext>
                </a:extLst>
              </a:tr>
              <a:tr h="170336">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100" dirty="0">
                          <a:hlinkClick r:id="rId4" tooltip="https://www.ibm.com/docs/en/db2-data-mgr-console/3.1.x?topic=console-overview"/>
                        </a:rPr>
                        <a:t>https://www.ibm.com/docs/en/db2-data-mgr-console/3.1.x?topic=console-overview</a:t>
                      </a:r>
                      <a:r>
                        <a:rPr lang="en-GB" sz="1100" dirty="0"/>
                        <a:t> </a:t>
                      </a:r>
                      <a:r>
                        <a:rPr lang="en-US" sz="1100" b="0" i="0" u="none" strike="noStrike" dirty="0">
                          <a:solidFill>
                            <a:schemeClr val="tx1"/>
                          </a:solidFill>
                          <a:effectLst/>
                          <a:latin typeface="+mn-lt"/>
                        </a:rPr>
                        <a:t> </a:t>
                      </a:r>
                      <a:r>
                        <a:rPr lang="en-US" sz="1100" b="1" i="0" u="none" strike="noStrike" dirty="0">
                          <a:solidFill>
                            <a:schemeClr val="tx1"/>
                          </a:solidFill>
                          <a:effectLst/>
                          <a:latin typeface="+mn-lt"/>
                        </a:rPr>
                        <a:t>IBM DB2 Management Console </a:t>
                      </a:r>
                      <a:endParaRPr lang="en-US" sz="1100" b="1" i="0" u="none" strike="noStrike" dirty="0">
                        <a:solidFill>
                          <a:srgbClr val="000000"/>
                        </a:solidFill>
                        <a:effectLst/>
                        <a:latin typeface="Arial"/>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kern="1200" dirty="0">
                          <a:solidFill>
                            <a:schemeClr val="dk1"/>
                          </a:solidFill>
                          <a:effectLst/>
                          <a:latin typeface="+mn-lt"/>
                          <a:ea typeface="+mn-ea"/>
                          <a:cs typeface="+mn-cs"/>
                        </a:rPr>
                        <a:t>The console helps you administer, monitor, manage, and optimize the performance of IBM Db2 databases</a:t>
                      </a:r>
                      <a:endParaRPr lang="en-US" sz="1100" b="0" i="0" u="none" strike="noStrike" dirty="0">
                        <a:solidFill>
                          <a:srgbClr val="000000"/>
                        </a:solidFill>
                        <a:effectLst/>
                        <a:latin typeface="Arial"/>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71436421"/>
                  </a:ext>
                </a:extLst>
              </a:tr>
            </a:tbl>
          </a:graphicData>
        </a:graphic>
      </p:graphicFrame>
      <p:sp>
        <p:nvSpPr>
          <p:cNvPr id="5" name="TextBox 4">
            <a:extLst>
              <a:ext uri="{FF2B5EF4-FFF2-40B4-BE49-F238E27FC236}">
                <a16:creationId xmlns:a16="http://schemas.microsoft.com/office/drawing/2014/main" id="{7534DD86-35C4-87B8-E662-B83783795FF6}"/>
              </a:ext>
            </a:extLst>
          </p:cNvPr>
          <p:cNvSpPr txBox="1"/>
          <p:nvPr/>
        </p:nvSpPr>
        <p:spPr>
          <a:xfrm>
            <a:off x="533603" y="1025772"/>
            <a:ext cx="11485746" cy="261610"/>
          </a:xfrm>
          <a:prstGeom prst="rect">
            <a:avLst/>
          </a:prstGeom>
          <a:noFill/>
        </p:spPr>
        <p:txBody>
          <a:bodyPr wrap="square" rtlCol="0">
            <a:spAutoFit/>
          </a:bodyPr>
          <a:lstStyle/>
          <a:p>
            <a:pPr algn="ctr"/>
            <a:r>
              <a:rPr lang="en-US" sz="1100" b="0" i="0" dirty="0">
                <a:solidFill>
                  <a:srgbClr val="161616"/>
                </a:solidFill>
                <a:effectLst/>
              </a:rPr>
              <a:t>The following pages describe useful SQL and tools to monitor, perform </a:t>
            </a:r>
            <a:r>
              <a:rPr lang="en-US" sz="1100" b="0" i="0" dirty="0" err="1">
                <a:solidFill>
                  <a:srgbClr val="161616"/>
                </a:solidFill>
                <a:effectLst/>
              </a:rPr>
              <a:t>runstats</a:t>
            </a:r>
            <a:r>
              <a:rPr lang="en-US" sz="1100" b="0" i="0" dirty="0">
                <a:solidFill>
                  <a:srgbClr val="161616"/>
                </a:solidFill>
                <a:effectLst/>
              </a:rPr>
              <a:t>, </a:t>
            </a:r>
            <a:r>
              <a:rPr lang="en-US" sz="1100" b="0" i="0" dirty="0" err="1">
                <a:solidFill>
                  <a:srgbClr val="161616"/>
                </a:solidFill>
                <a:effectLst/>
              </a:rPr>
              <a:t>reorgchks</a:t>
            </a:r>
            <a:r>
              <a:rPr lang="en-US" sz="1100" b="0" i="0" dirty="0">
                <a:solidFill>
                  <a:srgbClr val="161616"/>
                </a:solidFill>
                <a:effectLst/>
              </a:rPr>
              <a:t> and reorgs.</a:t>
            </a:r>
            <a:endParaRPr lang="en-GB" sz="1100" dirty="0"/>
          </a:p>
        </p:txBody>
      </p:sp>
    </p:spTree>
    <p:extLst>
      <p:ext uri="{BB962C8B-B14F-4D97-AF65-F5344CB8AC3E}">
        <p14:creationId xmlns:p14="http://schemas.microsoft.com/office/powerpoint/2010/main" val="3569539965"/>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4F63A-FD1C-820E-B75A-35326988CF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724E48-EF09-8399-BEEE-F364070A0485}"/>
              </a:ext>
            </a:extLst>
          </p:cNvPr>
          <p:cNvSpPr>
            <a:spLocks noGrp="1"/>
          </p:cNvSpPr>
          <p:nvPr>
            <p:ph type="title"/>
          </p:nvPr>
        </p:nvSpPr>
        <p:spPr>
          <a:prstGeom prst="rect">
            <a:avLst/>
          </a:prstGeom>
        </p:spPr>
        <p:txBody>
          <a:bodyPr>
            <a:noAutofit/>
          </a:bodyPr>
          <a:lstStyle/>
          <a:p>
            <a:r>
              <a:rPr lang="en-GB" sz="3600" dirty="0">
                <a:solidFill>
                  <a:srgbClr val="002060"/>
                </a:solidFill>
                <a:latin typeface="Arial"/>
                <a:cs typeface="Arial"/>
              </a:rPr>
              <a:t>Activity cont.</a:t>
            </a:r>
            <a:endParaRPr lang="en-GB" sz="3600" dirty="0">
              <a:solidFill>
                <a:srgbClr val="002060"/>
              </a:solidFill>
            </a:endParaRPr>
          </a:p>
        </p:txBody>
      </p:sp>
      <p:graphicFrame>
        <p:nvGraphicFramePr>
          <p:cNvPr id="4" name="Content Placeholder 3">
            <a:extLst>
              <a:ext uri="{FF2B5EF4-FFF2-40B4-BE49-F238E27FC236}">
                <a16:creationId xmlns:a16="http://schemas.microsoft.com/office/drawing/2014/main" id="{D6345DAA-607B-B256-67A9-6A36179B85C0}"/>
              </a:ext>
            </a:extLst>
          </p:cNvPr>
          <p:cNvGraphicFramePr>
            <a:graphicFrameLocks noGrp="1"/>
          </p:cNvGraphicFramePr>
          <p:nvPr>
            <p:ph idx="1"/>
            <p:extLst>
              <p:ext uri="{D42A27DB-BD31-4B8C-83A1-F6EECF244321}">
                <p14:modId xmlns:p14="http://schemas.microsoft.com/office/powerpoint/2010/main" val="1015004795"/>
              </p:ext>
            </p:extLst>
          </p:nvPr>
        </p:nvGraphicFramePr>
        <p:xfrm>
          <a:off x="613327" y="1117408"/>
          <a:ext cx="10999057" cy="5125026"/>
        </p:xfrm>
        <a:graphic>
          <a:graphicData uri="http://schemas.openxmlformats.org/drawingml/2006/table">
            <a:tbl>
              <a:tblPr bandRow="1">
                <a:tableStyleId>{5C22544A-7EE6-4342-B048-85BDC9FD1C3A}</a:tableStyleId>
              </a:tblPr>
              <a:tblGrid>
                <a:gridCol w="7364317">
                  <a:extLst>
                    <a:ext uri="{9D8B030D-6E8A-4147-A177-3AD203B41FA5}">
                      <a16:colId xmlns:a16="http://schemas.microsoft.com/office/drawing/2014/main" val="2852942938"/>
                    </a:ext>
                  </a:extLst>
                </a:gridCol>
                <a:gridCol w="3634740">
                  <a:extLst>
                    <a:ext uri="{9D8B030D-6E8A-4147-A177-3AD203B41FA5}">
                      <a16:colId xmlns:a16="http://schemas.microsoft.com/office/drawing/2014/main" val="2777809411"/>
                    </a:ext>
                  </a:extLst>
                </a:gridCol>
              </a:tblGrid>
              <a:tr h="205277">
                <a:tc>
                  <a:txBody>
                    <a:bodyPr/>
                    <a:lstStyle/>
                    <a:p>
                      <a:pPr algn="l" fontAlgn="b"/>
                      <a:r>
                        <a:rPr lang="en-US" sz="1400" b="1" i="0" u="none" strike="noStrike" dirty="0">
                          <a:solidFill>
                            <a:schemeClr val="bg1"/>
                          </a:solidFill>
                          <a:effectLst/>
                          <a:latin typeface="Arial"/>
                        </a:rPr>
                        <a:t>SQL /Tools</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l" fontAlgn="b"/>
                      <a:r>
                        <a:rPr lang="en-US" sz="1400" b="1" i="0" u="none" strike="noStrike" dirty="0">
                          <a:solidFill>
                            <a:schemeClr val="bg1"/>
                          </a:solidFill>
                          <a:effectLst/>
                          <a:latin typeface="Arial"/>
                        </a:rPr>
                        <a:t>Comments</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3545737261"/>
                  </a:ext>
                </a:extLst>
              </a:tr>
              <a:tr h="614237">
                <a:tc>
                  <a:txBody>
                    <a:bodyPr/>
                    <a:lstStyle/>
                    <a:p>
                      <a:pPr algn="l" fontAlgn="b"/>
                      <a:r>
                        <a:rPr lang="en-US" sz="1100" b="0" i="0" u="none" strike="noStrike" dirty="0">
                          <a:solidFill>
                            <a:srgbClr val="000000"/>
                          </a:solidFill>
                          <a:effectLst/>
                          <a:latin typeface="+mn-lt"/>
                        </a:rPr>
                        <a:t>db2 "SELECT BP_NAME, DATA_HIT_RATIO_PERCENT, INDEX_HIT_RATIO_PERCENT, XDA_HIT_RATIO_PERCENT, COL_HIT_RATIO_PERCENT FROM SYSIBMADM.MON_BP_UTILIZATION"</a:t>
                      </a:r>
                      <a:endParaRPr lang="en-US" sz="1100" b="0" i="0" u="none" strike="noStrike" dirty="0">
                        <a:solidFill>
                          <a:srgbClr val="000000"/>
                        </a:solidFill>
                        <a:effectLst/>
                        <a:latin typeface="Arial"/>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Arial"/>
                        </a:rPr>
                        <a:t>Get the buffer pool hit ratio (&gt;</a:t>
                      </a:r>
                      <a:r>
                        <a:rPr lang="en-US" sz="1100" b="0" i="0" u="none" strike="noStrike" dirty="0">
                          <a:solidFill>
                            <a:srgbClr val="000000"/>
                          </a:solidFill>
                          <a:effectLst/>
                          <a:latin typeface="+mn-lt"/>
                        </a:rPr>
                        <a:t>99%). The hit ratios are very high, so most data is being read from memory and indexes.</a:t>
                      </a:r>
                      <a:endParaRPr lang="en-US" sz="1100" b="0" i="0" u="none" strike="noStrike" dirty="0">
                        <a:solidFill>
                          <a:srgbClr val="000000"/>
                        </a:solidFill>
                        <a:effectLst/>
                        <a:latin typeface="Arial"/>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75261219"/>
                  </a:ext>
                </a:extLst>
              </a:tr>
              <a:tr h="614237">
                <a:tc>
                  <a:txBody>
                    <a:bodyPr/>
                    <a:lstStyle/>
                    <a:p>
                      <a:pPr algn="l" fontAlgn="b"/>
                      <a:r>
                        <a:rPr lang="en-US" sz="1100" b="0" i="0" u="none" strike="noStrike" dirty="0">
                          <a:solidFill>
                            <a:srgbClr val="000000"/>
                          </a:solidFill>
                          <a:effectLst/>
                          <a:latin typeface="+mn-lt"/>
                        </a:rPr>
                        <a:t>db2 "SELECT BP_NAME, PREFETCH_RATIO_PERCENT FROM SYSIBMADM.MON_BP_UTILIZATION"</a:t>
                      </a:r>
                      <a:endParaRPr lang="en-US" sz="1100" b="0" i="0" u="none" strike="noStrike" dirty="0">
                        <a:solidFill>
                          <a:srgbClr val="000000"/>
                        </a:solidFill>
                        <a:effectLst/>
                        <a:latin typeface="Arial"/>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Arial"/>
                        </a:rPr>
                        <a:t>Get the buffer pool prefetch hit ratio (&gt;</a:t>
                      </a:r>
                      <a:r>
                        <a:rPr lang="en-US" sz="1100" b="0" i="0" u="none" strike="noStrike" dirty="0">
                          <a:solidFill>
                            <a:srgbClr val="000000"/>
                          </a:solidFill>
                          <a:effectLst/>
                          <a:latin typeface="+mn-lt"/>
                        </a:rPr>
                        <a:t>95%). The </a:t>
                      </a:r>
                      <a:r>
                        <a:rPr lang="en-US" sz="1100" b="0" i="0" u="none" strike="noStrike" dirty="0" err="1">
                          <a:solidFill>
                            <a:srgbClr val="000000"/>
                          </a:solidFill>
                          <a:effectLst/>
                          <a:latin typeface="+mn-lt"/>
                        </a:rPr>
                        <a:t>bufferpool</a:t>
                      </a:r>
                      <a:r>
                        <a:rPr lang="en-US" sz="1100" b="0" i="0" u="none" strike="noStrike" dirty="0">
                          <a:solidFill>
                            <a:srgbClr val="000000"/>
                          </a:solidFill>
                          <a:effectLst/>
                          <a:latin typeface="+mn-lt"/>
                        </a:rPr>
                        <a:t> is being read from memory (not the disk).</a:t>
                      </a:r>
                      <a:endParaRPr lang="en-US" sz="1100" b="0" i="0" u="none" strike="noStrike" dirty="0">
                        <a:solidFill>
                          <a:srgbClr val="000000"/>
                        </a:solidFill>
                        <a:effectLst/>
                        <a:latin typeface="Arial"/>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41572233"/>
                  </a:ext>
                </a:extLst>
              </a:tr>
              <a:tr h="614237">
                <a:tc>
                  <a:txBody>
                    <a:bodyPr/>
                    <a:lstStyle/>
                    <a:p>
                      <a:pPr algn="l" fontAlgn="b"/>
                      <a:r>
                        <a:rPr lang="en-US" sz="1100" b="0" i="0" u="none" strike="noStrike" dirty="0">
                          <a:solidFill>
                            <a:srgbClr val="000000"/>
                          </a:solidFill>
                          <a:effectLst/>
                          <a:latin typeface="+mn-lt"/>
                        </a:rPr>
                        <a:t>db2 "SELECT BP_NAME, AVG_WRITE_TIME, SYNC_WRITES_PERCENT, AVG_SYNC_WRITE_TIME, AVG_ASYNC_WRITE_TIME FROM </a:t>
                      </a:r>
                      <a:r>
                        <a:rPr lang="en-US" sz="1100" b="1" i="0" u="none" strike="noStrike" dirty="0">
                          <a:solidFill>
                            <a:srgbClr val="000000"/>
                          </a:solidFill>
                          <a:effectLst/>
                          <a:latin typeface="+mn-lt"/>
                        </a:rPr>
                        <a:t>SYSIBMADM.MON_BP_UTILIZATION</a:t>
                      </a:r>
                      <a:r>
                        <a:rPr lang="en-US" sz="1100" b="0" i="0" u="none" strike="noStrike" dirty="0">
                          <a:solidFill>
                            <a:srgbClr val="000000"/>
                          </a:solidFill>
                          <a:effectLst/>
                          <a:latin typeface="+mn-lt"/>
                        </a:rPr>
                        <a:t>"</a:t>
                      </a:r>
                      <a:endParaRPr lang="en-US" sz="1100" b="0" i="0" u="none" strike="noStrike" dirty="0">
                        <a:solidFill>
                          <a:srgbClr val="000000"/>
                        </a:solidFill>
                        <a:effectLst/>
                        <a:latin typeface="Arial"/>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err="1">
                          <a:solidFill>
                            <a:srgbClr val="000000"/>
                          </a:solidFill>
                          <a:effectLst/>
                          <a:latin typeface="Arial"/>
                        </a:rPr>
                        <a:t>Bufferpool</a:t>
                      </a:r>
                      <a:r>
                        <a:rPr lang="en-US" sz="1100" b="0" i="0" u="none" strike="noStrike" dirty="0">
                          <a:solidFill>
                            <a:srgbClr val="000000"/>
                          </a:solidFill>
                          <a:effectLst/>
                          <a:latin typeface="Arial"/>
                        </a:rPr>
                        <a:t> </a:t>
                      </a:r>
                      <a:r>
                        <a:rPr lang="en-US" sz="1100" b="0" i="0" u="none" strike="noStrike" dirty="0" err="1">
                          <a:solidFill>
                            <a:srgbClr val="000000"/>
                          </a:solidFill>
                          <a:effectLst/>
                          <a:latin typeface="Arial"/>
                        </a:rPr>
                        <a:t>sync_writes_percent</a:t>
                      </a:r>
                      <a:r>
                        <a:rPr lang="en-US" sz="1100" b="0" i="0" u="none" strike="noStrike" dirty="0">
                          <a:solidFill>
                            <a:srgbClr val="000000"/>
                          </a:solidFill>
                          <a:effectLst/>
                          <a:latin typeface="Arial"/>
                        </a:rPr>
                        <a:t> (blocks </a:t>
                      </a:r>
                      <a:r>
                        <a:rPr lang="en-US" sz="1100" b="0" i="0" u="none" strike="noStrike" dirty="0" err="1">
                          <a:solidFill>
                            <a:srgbClr val="000000"/>
                          </a:solidFill>
                          <a:effectLst/>
                          <a:latin typeface="Arial"/>
                        </a:rPr>
                        <a:t>bufferpool</a:t>
                      </a:r>
                      <a:r>
                        <a:rPr lang="en-US" sz="1100" b="0" i="0" u="none" strike="noStrike" dirty="0">
                          <a:solidFill>
                            <a:srgbClr val="000000"/>
                          </a:solidFill>
                          <a:effectLst/>
                          <a:latin typeface="Arial"/>
                        </a:rPr>
                        <a:t> reads)&gt; 30% is problematic, target is &lt;10% (0-20% is OK). The lower the better.</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23371427"/>
                  </a:ext>
                </a:extLst>
              </a:tr>
              <a:tr h="170336">
                <a:tc>
                  <a:txBody>
                    <a:bodyPr/>
                    <a:lstStyle/>
                    <a:p>
                      <a:pPr algn="l" fontAlgn="b"/>
                      <a:r>
                        <a:rPr lang="en-US" sz="1100" b="0" i="0" u="none" strike="noStrike" dirty="0">
                          <a:solidFill>
                            <a:srgbClr val="000000"/>
                          </a:solidFill>
                          <a:effectLst/>
                          <a:latin typeface="+mn-lt"/>
                        </a:rPr>
                        <a:t>db2 "SELECT ELAPSED_TIME_MIN,SUBSTR(AUTHID,1,10) AS AUTH_ID, AGENT_ID,SUBSTR(APPL_NAME,1,15) AS </a:t>
                      </a:r>
                      <a:r>
                        <a:rPr lang="en-US" sz="1100" b="0" i="0" u="none" strike="noStrike" dirty="0" err="1">
                          <a:solidFill>
                            <a:srgbClr val="000000"/>
                          </a:solidFill>
                          <a:effectLst/>
                          <a:latin typeface="+mn-lt"/>
                        </a:rPr>
                        <a:t>App_Name,APPL_STATUS,SUBSTR</a:t>
                      </a:r>
                      <a:r>
                        <a:rPr lang="en-US" sz="1100" b="0" i="0" u="none" strike="noStrike" dirty="0">
                          <a:solidFill>
                            <a:srgbClr val="000000"/>
                          </a:solidFill>
                          <a:effectLst/>
                          <a:latin typeface="+mn-lt"/>
                        </a:rPr>
                        <a:t>(STMT_TEXT,1,100) AS SQL_TEXT FROM </a:t>
                      </a:r>
                      <a:r>
                        <a:rPr lang="en-US" sz="1100" b="1" i="0" u="none" strike="noStrike" dirty="0">
                          <a:solidFill>
                            <a:srgbClr val="000000"/>
                          </a:solidFill>
                          <a:effectLst/>
                          <a:latin typeface="+mn-lt"/>
                        </a:rPr>
                        <a:t>SYSIBMADM.LONG_RUNNING_SQL </a:t>
                      </a:r>
                      <a:r>
                        <a:rPr lang="en-US" sz="1100" b="0" i="0" u="none" strike="noStrike" dirty="0">
                          <a:solidFill>
                            <a:srgbClr val="000000"/>
                          </a:solidFill>
                          <a:effectLst/>
                          <a:latin typeface="+mn-lt"/>
                        </a:rPr>
                        <a:t>WHERE ELAPSED_TIME_MIN &gt; 0 ORDER BY ELAPSED_TIME_MIN DESC"</a:t>
                      </a:r>
                      <a:endParaRPr lang="en-US" sz="1100" b="0" i="0" u="none" strike="noStrike" dirty="0">
                        <a:solidFill>
                          <a:srgbClr val="000000"/>
                        </a:solidFill>
                        <a:effectLst/>
                        <a:latin typeface="Arial"/>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Arial"/>
                        </a:rPr>
                        <a:t>Get long running queries.</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60624045"/>
                  </a:ext>
                </a:extLst>
              </a:tr>
              <a:tr h="170336">
                <a:tc>
                  <a:txBody>
                    <a:bodyPr/>
                    <a:lstStyle/>
                    <a:p>
                      <a:pPr algn="l" fontAlgn="b"/>
                      <a:r>
                        <a:rPr lang="en-US" sz="1100" b="0" i="0" u="none" strike="noStrike" dirty="0">
                          <a:solidFill>
                            <a:srgbClr val="000000"/>
                          </a:solidFill>
                          <a:effectLst/>
                          <a:latin typeface="+mn-lt"/>
                        </a:rPr>
                        <a:t>db2 "SELECT NUM_EXECUTIONS, AVERAGE_EXECUTION_TIME_S, STMT_SORTS, SORTS_PER_EXECUTION, SUBSTR(STMT_TEXT,1,600) AS STMT_TEXT FROM </a:t>
                      </a:r>
                      <a:r>
                        <a:rPr lang="en-US" sz="1100" b="1" i="0" u="none" strike="noStrike" dirty="0">
                          <a:solidFill>
                            <a:srgbClr val="000000"/>
                          </a:solidFill>
                          <a:effectLst/>
                          <a:latin typeface="+mn-lt"/>
                        </a:rPr>
                        <a:t>SYSIBMADM.TOP_DYNAMIC_SQL </a:t>
                      </a:r>
                      <a:r>
                        <a:rPr lang="en-US" sz="1100" b="0" i="0" u="none" strike="noStrike" dirty="0">
                          <a:solidFill>
                            <a:srgbClr val="000000"/>
                          </a:solidFill>
                          <a:effectLst/>
                          <a:latin typeface="+mn-lt"/>
                        </a:rPr>
                        <a:t>ORDER BY NUM_EXECUTIONS DESC FETCH FIRST 100 ROWS ONLY"</a:t>
                      </a:r>
                      <a:endParaRPr lang="en-US" sz="1100" b="0" i="0" u="none" strike="noStrike" dirty="0">
                        <a:solidFill>
                          <a:srgbClr val="000000"/>
                        </a:solidFill>
                        <a:effectLst/>
                        <a:latin typeface="Arial"/>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Arial"/>
                        </a:rPr>
                        <a:t>Get most executed queries.</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45815477"/>
                  </a:ext>
                </a:extLst>
              </a:tr>
              <a:tr h="170336">
                <a:tc>
                  <a:txBody>
                    <a:bodyPr/>
                    <a:lstStyle/>
                    <a:p>
                      <a:pPr algn="l" fontAlgn="b"/>
                      <a:r>
                        <a:rPr lang="en-US" sz="1100" b="0" i="0" u="none" strike="noStrike" dirty="0">
                          <a:solidFill>
                            <a:srgbClr val="000000"/>
                          </a:solidFill>
                          <a:effectLst/>
                          <a:latin typeface="+mn-lt"/>
                        </a:rPr>
                        <a:t>db2 "SELECT COMMIT_SQL_STMTS, ROLLBACK_SQL_STMTS</a:t>
                      </a:r>
                    </a:p>
                    <a:p>
                      <a:pPr algn="l" fontAlgn="b"/>
                      <a:r>
                        <a:rPr lang="en-US" sz="1100" b="0" i="0" u="none" strike="noStrike" dirty="0">
                          <a:solidFill>
                            <a:srgbClr val="000000"/>
                          </a:solidFill>
                          <a:effectLst/>
                          <a:latin typeface="+mn-lt"/>
                        </a:rPr>
                        <a:t>&gt; FROM TABLE(</a:t>
                      </a:r>
                      <a:r>
                        <a:rPr lang="en-US" sz="1100" b="1" i="0" u="none" strike="noStrike" dirty="0">
                          <a:solidFill>
                            <a:srgbClr val="000000"/>
                          </a:solidFill>
                          <a:effectLst/>
                          <a:latin typeface="+mn-lt"/>
                        </a:rPr>
                        <a:t>SYSPROC.SNAP_GET_DB</a:t>
                      </a:r>
                      <a:r>
                        <a:rPr lang="en-US" sz="1100" b="0" i="0" u="none" strike="noStrike" dirty="0">
                          <a:solidFill>
                            <a:srgbClr val="000000"/>
                          </a:solidFill>
                          <a:effectLst/>
                          <a:latin typeface="+mn-lt"/>
                        </a:rPr>
                        <a:t>(CURRENT SERVER, -1)) AS SNAP"</a:t>
                      </a:r>
                      <a:endParaRPr lang="en-US" sz="1100" b="0" i="0" u="none" strike="noStrike" dirty="0">
                        <a:solidFill>
                          <a:srgbClr val="000000"/>
                        </a:solidFill>
                        <a:effectLst/>
                        <a:latin typeface="Arial"/>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Arial"/>
                        </a:rPr>
                        <a:t>Get commits and rollbacks</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44616714"/>
                  </a:ext>
                </a:extLst>
              </a:tr>
              <a:tr h="170336">
                <a:tc>
                  <a:txBody>
                    <a:bodyPr/>
                    <a:lstStyle/>
                    <a:p>
                      <a:pPr algn="l" fontAlgn="b"/>
                      <a:r>
                        <a:rPr lang="en-US" sz="1100" b="0" i="0" u="none" strike="noStrike" dirty="0">
                          <a:solidFill>
                            <a:srgbClr val="000000"/>
                          </a:solidFill>
                          <a:effectLst/>
                          <a:latin typeface="+mn-lt"/>
                        </a:rPr>
                        <a:t>db2 "SELECT CASE WHEN ROWS_SELECTED = 0 THEN NULL  ELSE DECIMAL(FLOAT(ROWS_READ) / FLOAT(ROWS_SELECTED), 10, 2) END AS READ_TO_SELECTED_RATIO FROM TABLE(SYSPROC.SNAP_GET_DB(CURRENT SERVER, -1)) AS SNAP"</a:t>
                      </a:r>
                      <a:endParaRPr lang="en-US" sz="1100" b="0" i="0" u="none" strike="noStrike" dirty="0">
                        <a:solidFill>
                          <a:srgbClr val="000000"/>
                        </a:solidFill>
                        <a:effectLst/>
                        <a:latin typeface="Arial"/>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Arial"/>
                        </a:rPr>
                        <a:t>Get a value of the </a:t>
                      </a:r>
                      <a:r>
                        <a:rPr lang="en-US" sz="1100" dirty="0" err="1"/>
                        <a:t>the</a:t>
                      </a:r>
                      <a:r>
                        <a:rPr lang="en-US" sz="1100" dirty="0"/>
                        <a:t> ratio of database rows read to rows selected</a:t>
                      </a:r>
                      <a:endParaRPr lang="en-US" sz="1100" b="0" i="0" u="none" strike="noStrike" dirty="0">
                        <a:solidFill>
                          <a:srgbClr val="000000"/>
                        </a:solidFill>
                        <a:effectLst/>
                        <a:latin typeface="Arial"/>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59492408"/>
                  </a:ext>
                </a:extLst>
              </a:tr>
              <a:tr h="170336">
                <a:tc>
                  <a:txBody>
                    <a:bodyPr/>
                    <a:lstStyle/>
                    <a:p>
                      <a:pPr algn="l" fontAlgn="b"/>
                      <a:r>
                        <a:rPr lang="en-US" sz="1100" b="0" i="0" u="none" strike="noStrike" dirty="0">
                          <a:solidFill>
                            <a:srgbClr val="000000"/>
                          </a:solidFill>
                          <a:effectLst/>
                          <a:latin typeface="+mn-lt"/>
                        </a:rPr>
                        <a:t>db2 "</a:t>
                      </a:r>
                      <a:r>
                        <a:rPr lang="en-US" sz="1100" b="0" i="0" kern="1200" dirty="0">
                          <a:solidFill>
                            <a:schemeClr val="dk1"/>
                          </a:solidFill>
                          <a:effectLst/>
                          <a:latin typeface="+mn-lt"/>
                          <a:ea typeface="+mn-ea"/>
                          <a:cs typeface="+mn-cs"/>
                        </a:rPr>
                        <a:t>SELECT SUBSTR(DB_NAME,1,8) AS DB_NAME, AGENT_ID, ROWS_READ, ROWS_WRITTEN FROM </a:t>
                      </a:r>
                      <a:r>
                        <a:rPr lang="en-US" sz="1100" b="1" i="0" kern="1200" dirty="0">
                          <a:solidFill>
                            <a:schemeClr val="dk1"/>
                          </a:solidFill>
                          <a:effectLst/>
                          <a:latin typeface="+mn-lt"/>
                          <a:ea typeface="+mn-ea"/>
                          <a:cs typeface="+mn-cs"/>
                        </a:rPr>
                        <a:t>SYSIBMADM.SNAPAPPL</a:t>
                      </a:r>
                      <a:r>
                        <a:rPr lang="en-US" sz="1100" b="0" i="0" kern="1200" dirty="0">
                          <a:solidFill>
                            <a:schemeClr val="dk1"/>
                          </a:solidFill>
                          <a:effectLst/>
                          <a:latin typeface="+mn-lt"/>
                          <a:ea typeface="+mn-ea"/>
                          <a:cs typeface="+mn-cs"/>
                        </a:rPr>
                        <a:t>”</a:t>
                      </a:r>
                      <a:endParaRPr lang="en-US" sz="1100" b="0" i="0" u="none" strike="noStrike" dirty="0">
                        <a:solidFill>
                          <a:srgbClr val="000000"/>
                        </a:solidFill>
                        <a:effectLst/>
                        <a:latin typeface="Arial"/>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kern="1200" dirty="0">
                          <a:solidFill>
                            <a:schemeClr val="dk1"/>
                          </a:solidFill>
                          <a:effectLst/>
                          <a:latin typeface="+mn-lt"/>
                          <a:ea typeface="+mn-ea"/>
                          <a:cs typeface="+mn-cs"/>
                        </a:rPr>
                        <a:t>Retrieve details on rows read and written for each application in the connected database</a:t>
                      </a:r>
                      <a:endParaRPr lang="en-US" sz="1100" b="0" i="0" u="none" strike="noStrike" dirty="0">
                        <a:solidFill>
                          <a:srgbClr val="000000"/>
                        </a:solidFill>
                        <a:effectLst/>
                        <a:latin typeface="Arial"/>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12456234"/>
                  </a:ext>
                </a:extLst>
              </a:tr>
              <a:tr h="170336">
                <a:tc>
                  <a:txBody>
                    <a:bodyPr/>
                    <a:lstStyle/>
                    <a:p>
                      <a:pPr algn="l" fontAlgn="b"/>
                      <a:r>
                        <a:rPr lang="en-US" sz="1100" b="0" i="0" u="none" strike="noStrike" dirty="0">
                          <a:solidFill>
                            <a:srgbClr val="000000"/>
                          </a:solidFill>
                          <a:effectLst/>
                          <a:latin typeface="+mn-lt"/>
                        </a:rPr>
                        <a:t>db2 "select LOCK_WAIT_TIME_PERCENT, AVG_LOCK_TIMEOUTS_PER_ACT, AVG_DEADLOCKS_PER_ACT, AVG_LOCK_ESCALS_PER_ACT, ROWS_READ_PER_ROWS_RETURNED, TOTAL_BP_HIT_RATIO_PERCENT from </a:t>
                      </a:r>
                      <a:r>
                        <a:rPr lang="en-US" sz="1100" b="1" i="0" u="none" strike="noStrike" dirty="0" err="1">
                          <a:solidFill>
                            <a:srgbClr val="000000"/>
                          </a:solidFill>
                          <a:effectLst/>
                          <a:latin typeface="+mn-lt"/>
                        </a:rPr>
                        <a:t>sysibmadm.mon_db_summary</a:t>
                      </a:r>
                      <a:r>
                        <a:rPr lang="en-US" sz="1100" b="0" i="0" u="none" strike="noStrike" dirty="0">
                          <a:solidFill>
                            <a:srgbClr val="000000"/>
                          </a:solidFill>
                          <a:effectLst/>
                          <a:latin typeface="+mn-lt"/>
                        </a:rPr>
                        <a:t>"</a:t>
                      </a:r>
                      <a:endParaRPr lang="en-US" sz="1100" b="0" i="0" u="none" strike="noStrike" dirty="0">
                        <a:solidFill>
                          <a:srgbClr val="000000"/>
                        </a:solidFill>
                        <a:effectLst/>
                        <a:latin typeface="Arial"/>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Arial"/>
                        </a:rPr>
                        <a:t>Get details on locks from MON_DB_SUMMARY monitor view. Example of </a:t>
                      </a:r>
                      <a:r>
                        <a:rPr lang="en-US" sz="1100" b="1" i="0" u="none" strike="noStrike" dirty="0">
                          <a:solidFill>
                            <a:srgbClr val="000000"/>
                          </a:solidFill>
                          <a:effectLst/>
                          <a:latin typeface="Arial"/>
                        </a:rPr>
                        <a:t>MON_* views</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00775019"/>
                  </a:ext>
                </a:extLst>
              </a:tr>
            </a:tbl>
          </a:graphicData>
        </a:graphic>
      </p:graphicFrame>
    </p:spTree>
    <p:extLst>
      <p:ext uri="{BB962C8B-B14F-4D97-AF65-F5344CB8AC3E}">
        <p14:creationId xmlns:p14="http://schemas.microsoft.com/office/powerpoint/2010/main" val="2071318971"/>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B99D6-BC44-EC63-BA1D-09CE03816B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0A8958-A505-CEA0-0E43-18CCE2B8B0A2}"/>
              </a:ext>
            </a:extLst>
          </p:cNvPr>
          <p:cNvSpPr>
            <a:spLocks noGrp="1"/>
          </p:cNvSpPr>
          <p:nvPr>
            <p:ph type="title"/>
          </p:nvPr>
        </p:nvSpPr>
        <p:spPr>
          <a:prstGeom prst="rect">
            <a:avLst/>
          </a:prstGeom>
        </p:spPr>
        <p:txBody>
          <a:bodyPr>
            <a:noAutofit/>
          </a:bodyPr>
          <a:lstStyle/>
          <a:p>
            <a:r>
              <a:rPr lang="en-GB" sz="3600" dirty="0">
                <a:solidFill>
                  <a:srgbClr val="002060"/>
                </a:solidFill>
                <a:latin typeface="Arial"/>
                <a:cs typeface="Arial"/>
              </a:rPr>
              <a:t>Activity cont.</a:t>
            </a:r>
            <a:endParaRPr lang="en-GB" sz="3600" dirty="0">
              <a:solidFill>
                <a:srgbClr val="002060"/>
              </a:solidFill>
            </a:endParaRPr>
          </a:p>
        </p:txBody>
      </p:sp>
      <p:graphicFrame>
        <p:nvGraphicFramePr>
          <p:cNvPr id="4" name="Content Placeholder 3">
            <a:extLst>
              <a:ext uri="{FF2B5EF4-FFF2-40B4-BE49-F238E27FC236}">
                <a16:creationId xmlns:a16="http://schemas.microsoft.com/office/drawing/2014/main" id="{E9D108B0-D7B0-DC12-6DAF-ED60CAF702AD}"/>
              </a:ext>
            </a:extLst>
          </p:cNvPr>
          <p:cNvGraphicFramePr>
            <a:graphicFrameLocks noGrp="1"/>
          </p:cNvGraphicFramePr>
          <p:nvPr>
            <p:ph idx="1"/>
            <p:extLst>
              <p:ext uri="{D42A27DB-BD31-4B8C-83A1-F6EECF244321}">
                <p14:modId xmlns:p14="http://schemas.microsoft.com/office/powerpoint/2010/main" val="2811997179"/>
              </p:ext>
            </p:extLst>
          </p:nvPr>
        </p:nvGraphicFramePr>
        <p:xfrm>
          <a:off x="613327" y="1117408"/>
          <a:ext cx="10999057" cy="5128260"/>
        </p:xfrm>
        <a:graphic>
          <a:graphicData uri="http://schemas.openxmlformats.org/drawingml/2006/table">
            <a:tbl>
              <a:tblPr bandRow="1">
                <a:tableStyleId>{5C22544A-7EE6-4342-B048-85BDC9FD1C3A}</a:tableStyleId>
              </a:tblPr>
              <a:tblGrid>
                <a:gridCol w="7364317">
                  <a:extLst>
                    <a:ext uri="{9D8B030D-6E8A-4147-A177-3AD203B41FA5}">
                      <a16:colId xmlns:a16="http://schemas.microsoft.com/office/drawing/2014/main" val="2852942938"/>
                    </a:ext>
                  </a:extLst>
                </a:gridCol>
                <a:gridCol w="3634740">
                  <a:extLst>
                    <a:ext uri="{9D8B030D-6E8A-4147-A177-3AD203B41FA5}">
                      <a16:colId xmlns:a16="http://schemas.microsoft.com/office/drawing/2014/main" val="2777809411"/>
                    </a:ext>
                  </a:extLst>
                </a:gridCol>
              </a:tblGrid>
              <a:tr h="205277">
                <a:tc>
                  <a:txBody>
                    <a:bodyPr/>
                    <a:lstStyle/>
                    <a:p>
                      <a:pPr algn="l" fontAlgn="b"/>
                      <a:r>
                        <a:rPr lang="en-US" sz="1400" b="1" i="0" u="none" strike="noStrike" dirty="0">
                          <a:solidFill>
                            <a:schemeClr val="bg1"/>
                          </a:solidFill>
                          <a:effectLst/>
                          <a:latin typeface="Arial"/>
                        </a:rPr>
                        <a:t>SQL /Tools</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l" fontAlgn="b"/>
                      <a:r>
                        <a:rPr lang="en-US" sz="1400" b="1" i="0" u="none" strike="noStrike" dirty="0">
                          <a:solidFill>
                            <a:schemeClr val="bg1"/>
                          </a:solidFill>
                          <a:effectLst/>
                          <a:latin typeface="Arial"/>
                        </a:rPr>
                        <a:t>Comments</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3545737261"/>
                  </a:ext>
                </a:extLst>
              </a:tr>
              <a:tr h="614237">
                <a:tc>
                  <a:txBody>
                    <a:bodyPr/>
                    <a:lstStyle/>
                    <a:p>
                      <a:pPr algn="l" fontAlgn="b"/>
                      <a:r>
                        <a:rPr lang="en-US" sz="1100" b="0" i="0" u="none" strike="noStrike" dirty="0">
                          <a:solidFill>
                            <a:srgbClr val="000000"/>
                          </a:solidFill>
                          <a:effectLst/>
                          <a:latin typeface="+mn-lt"/>
                        </a:rPr>
                        <a:t>db2 "SELECT</a:t>
                      </a:r>
                    </a:p>
                    <a:p>
                      <a:pPr algn="l" fontAlgn="b"/>
                      <a:r>
                        <a:rPr lang="en-US" sz="1100" b="0" i="0" u="none" strike="noStrike" dirty="0">
                          <a:solidFill>
                            <a:srgbClr val="000000"/>
                          </a:solidFill>
                          <a:effectLst/>
                          <a:latin typeface="+mn-lt"/>
                        </a:rPr>
                        <a:t>    STMT_TEXT,</a:t>
                      </a:r>
                    </a:p>
                    <a:p>
                      <a:pPr algn="l" fontAlgn="b"/>
                      <a:r>
                        <a:rPr lang="en-US" sz="1100" b="0" i="0" u="none" strike="noStrike" dirty="0">
                          <a:solidFill>
                            <a:srgbClr val="000000"/>
                          </a:solidFill>
                          <a:effectLst/>
                          <a:latin typeface="+mn-lt"/>
                        </a:rPr>
                        <a:t>    STMT_EXEC_TIME / 1000 AS TOTAL_EXECUTION_TIME_MS,  -- Convert from microseconds to milliseconds</a:t>
                      </a:r>
                    </a:p>
                    <a:p>
                      <a:pPr algn="l" fontAlgn="b"/>
                      <a:r>
                        <a:rPr lang="en-US" sz="1100" b="0" i="0" u="none" strike="noStrike" dirty="0">
                          <a:solidFill>
                            <a:srgbClr val="000000"/>
                          </a:solidFill>
                          <a:effectLst/>
                          <a:latin typeface="+mn-lt"/>
                        </a:rPr>
                        <a:t>    NUM_EXECUTIONS,</a:t>
                      </a:r>
                    </a:p>
                    <a:p>
                      <a:pPr algn="l" fontAlgn="b"/>
                      <a:r>
                        <a:rPr lang="en-US" sz="1100" b="0" i="0" u="none" strike="noStrike" dirty="0">
                          <a:solidFill>
                            <a:srgbClr val="000000"/>
                          </a:solidFill>
                          <a:effectLst/>
                          <a:latin typeface="+mn-lt"/>
                        </a:rPr>
                        <a:t>    (STMT_EXEC_TIME / NULLIF(NUM_EXECUTIONS, 0)) / 1000 AS AVG_EXEC_TIME_MS -- Compute average in milliseconds</a:t>
                      </a:r>
                    </a:p>
                    <a:p>
                      <a:pPr algn="l" fontAlgn="b"/>
                      <a:r>
                        <a:rPr lang="en-US" sz="1100" b="0" i="0" u="none" strike="noStrike" dirty="0">
                          <a:solidFill>
                            <a:srgbClr val="000000"/>
                          </a:solidFill>
                          <a:effectLst/>
                          <a:latin typeface="+mn-lt"/>
                        </a:rPr>
                        <a:t>FROM TABLE(SYSPROC.MON_GET_PKG_CACHE_STMT(NULL, NULL, NULL, -2)) AS T</a:t>
                      </a:r>
                    </a:p>
                    <a:p>
                      <a:pPr algn="l" fontAlgn="b"/>
                      <a:r>
                        <a:rPr lang="en-US" sz="1100" b="0" i="0" u="none" strike="noStrike" dirty="0">
                          <a:solidFill>
                            <a:srgbClr val="000000"/>
                          </a:solidFill>
                          <a:effectLst/>
                          <a:latin typeface="+mn-lt"/>
                        </a:rPr>
                        <a:t>ORDER BY EXECUTION_TIME_MS DESC</a:t>
                      </a:r>
                    </a:p>
                    <a:p>
                      <a:pPr algn="l" fontAlgn="b"/>
                      <a:r>
                        <a:rPr lang="en-US" sz="1100" b="0" i="0" u="none" strike="noStrike" dirty="0">
                          <a:solidFill>
                            <a:srgbClr val="000000"/>
                          </a:solidFill>
                          <a:effectLst/>
                          <a:latin typeface="+mn-lt"/>
                        </a:rPr>
                        <a:t>FETCH FIRST 10 ROWS ONLY"| sed -e "s/                  / /g"| sed -e "s/       / /</a:t>
                      </a:r>
                      <a:r>
                        <a:rPr lang="en-US" sz="1100" b="0" i="0" u="none" strike="noStrike" dirty="0" err="1">
                          <a:solidFill>
                            <a:srgbClr val="000000"/>
                          </a:solidFill>
                          <a:effectLst/>
                          <a:latin typeface="+mn-lt"/>
                        </a:rPr>
                        <a:t>g"|sed</a:t>
                      </a:r>
                      <a:r>
                        <a:rPr lang="en-US" sz="1100" b="0" i="0" u="none" strike="noStrike" dirty="0">
                          <a:solidFill>
                            <a:srgbClr val="000000"/>
                          </a:solidFill>
                          <a:effectLst/>
                          <a:latin typeface="+mn-lt"/>
                        </a:rPr>
                        <a:t> -e "s/------//g"</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Arial"/>
                        </a:rPr>
                        <a:t>Get slowest queries (longest running)</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23371427"/>
                  </a:ext>
                </a:extLst>
              </a:tr>
              <a:tr h="170336">
                <a:tc>
                  <a:txBody>
                    <a:bodyPr/>
                    <a:lstStyle/>
                    <a:p>
                      <a:pPr algn="l" fontAlgn="b"/>
                      <a:r>
                        <a:rPr lang="en-US" sz="1100" b="0" i="0" u="none" strike="noStrike" dirty="0">
                          <a:solidFill>
                            <a:srgbClr val="000000"/>
                          </a:solidFill>
                          <a:effectLst/>
                          <a:latin typeface="+mn-lt"/>
                        </a:rPr>
                        <a:t>db2 "SELECT</a:t>
                      </a:r>
                    </a:p>
                    <a:p>
                      <a:pPr algn="l" fontAlgn="b"/>
                      <a:r>
                        <a:rPr lang="en-US" sz="1100" b="0" i="0" u="none" strike="noStrike" dirty="0">
                          <a:solidFill>
                            <a:srgbClr val="000000"/>
                          </a:solidFill>
                          <a:effectLst/>
                          <a:latin typeface="+mn-lt"/>
                        </a:rPr>
                        <a:t>    STMT_TEXT,</a:t>
                      </a:r>
                    </a:p>
                    <a:p>
                      <a:pPr algn="l" fontAlgn="b"/>
                      <a:r>
                        <a:rPr lang="en-US" sz="1100" b="0" i="0" u="none" strike="noStrike" dirty="0">
                          <a:solidFill>
                            <a:srgbClr val="000000"/>
                          </a:solidFill>
                          <a:effectLst/>
                          <a:latin typeface="+mn-lt"/>
                        </a:rPr>
                        <a:t>    TOTAL_CPU_TIME / 1000 AS TOTAL_CPU_MS,  -- Convert from microseconds to milliseconds</a:t>
                      </a:r>
                    </a:p>
                    <a:p>
                      <a:pPr algn="l" fontAlgn="b"/>
                      <a:r>
                        <a:rPr lang="en-US" sz="1100" b="0" i="0" u="none" strike="noStrike" dirty="0">
                          <a:solidFill>
                            <a:srgbClr val="000000"/>
                          </a:solidFill>
                          <a:effectLst/>
                          <a:latin typeface="+mn-lt"/>
                        </a:rPr>
                        <a:t>    NUM_EXECUTIONS,</a:t>
                      </a:r>
                    </a:p>
                    <a:p>
                      <a:pPr algn="l" fontAlgn="b"/>
                      <a:r>
                        <a:rPr lang="en-US" sz="1100" b="0" i="0" u="none" strike="noStrike" dirty="0">
                          <a:solidFill>
                            <a:srgbClr val="000000"/>
                          </a:solidFill>
                          <a:effectLst/>
                          <a:latin typeface="+mn-lt"/>
                        </a:rPr>
                        <a:t>    (TOTAL_CPU_TIME / NULLIF(NUM_EXECUTIONS, 0)) / 1000 AS AVG_CPU_MS  -- Average CPU per execution</a:t>
                      </a:r>
                    </a:p>
                    <a:p>
                      <a:pPr algn="l" fontAlgn="b"/>
                      <a:r>
                        <a:rPr lang="en-US" sz="1100" b="0" i="0" u="none" strike="noStrike" dirty="0">
                          <a:solidFill>
                            <a:srgbClr val="000000"/>
                          </a:solidFill>
                          <a:effectLst/>
                          <a:latin typeface="+mn-lt"/>
                        </a:rPr>
                        <a:t>FROM TABLE(SYSPROC.MON_GET_PKG_CACHE_STMT(NULL, NULL, NULL, -2)) AS T</a:t>
                      </a:r>
                    </a:p>
                    <a:p>
                      <a:pPr algn="l" fontAlgn="b"/>
                      <a:r>
                        <a:rPr lang="en-US" sz="1100" b="0" i="0" u="none" strike="noStrike" dirty="0">
                          <a:solidFill>
                            <a:srgbClr val="000000"/>
                          </a:solidFill>
                          <a:effectLst/>
                          <a:latin typeface="+mn-lt"/>
                        </a:rPr>
                        <a:t>ORDER BY TOTAL_CPU_MS DESC</a:t>
                      </a:r>
                    </a:p>
                    <a:p>
                      <a:pPr algn="l" fontAlgn="b"/>
                      <a:r>
                        <a:rPr lang="en-US" sz="1100" b="0" i="0" u="none" strike="noStrike" dirty="0">
                          <a:solidFill>
                            <a:srgbClr val="000000"/>
                          </a:solidFill>
                          <a:effectLst/>
                          <a:latin typeface="+mn-lt"/>
                        </a:rPr>
                        <a:t>FETCH FIRST 10 ROWS ONLY"| sed -e "s/                  / /g" &gt; </a:t>
                      </a:r>
                      <a:r>
                        <a:rPr lang="en-US" sz="1100" b="0" i="0" u="none" strike="noStrike" dirty="0" err="1">
                          <a:solidFill>
                            <a:srgbClr val="000000"/>
                          </a:solidFill>
                          <a:effectLst/>
                          <a:latin typeface="+mn-lt"/>
                        </a:rPr>
                        <a:t>cpuExpensive</a:t>
                      </a:r>
                      <a:endParaRPr lang="en-US" sz="1100" b="0" i="0" u="none" strike="noStrike" dirty="0">
                        <a:solidFill>
                          <a:srgbClr val="000000"/>
                        </a:solidFill>
                        <a:effectLst/>
                        <a:latin typeface="+mn-lt"/>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Arial"/>
                        </a:rPr>
                        <a:t>Get most expensive CPU queries</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60624045"/>
                  </a:ext>
                </a:extLst>
              </a:tr>
              <a:tr h="170336">
                <a:tc>
                  <a:txBody>
                    <a:bodyPr/>
                    <a:lstStyle/>
                    <a:p>
                      <a:pPr algn="l" fontAlgn="b"/>
                      <a:r>
                        <a:rPr lang="en-US" sz="1100" b="0" i="0" u="none" strike="noStrike" dirty="0">
                          <a:solidFill>
                            <a:srgbClr val="000000"/>
                          </a:solidFill>
                          <a:effectLst/>
                          <a:latin typeface="+mn-lt"/>
                        </a:rPr>
                        <a:t> db2 "SELECT</a:t>
                      </a:r>
                    </a:p>
                    <a:p>
                      <a:pPr algn="l" fontAlgn="b"/>
                      <a:r>
                        <a:rPr lang="en-US" sz="1100" b="0" i="0" u="none" strike="noStrike" dirty="0">
                          <a:solidFill>
                            <a:srgbClr val="000000"/>
                          </a:solidFill>
                          <a:effectLst/>
                          <a:latin typeface="+mn-lt"/>
                        </a:rPr>
                        <a:t>    STMT_TEXT,</a:t>
                      </a:r>
                    </a:p>
                    <a:p>
                      <a:pPr algn="l" fontAlgn="b"/>
                      <a:r>
                        <a:rPr lang="en-US" sz="1100" b="0" i="0" u="none" strike="noStrike" dirty="0">
                          <a:solidFill>
                            <a:srgbClr val="000000"/>
                          </a:solidFill>
                          <a:effectLst/>
                          <a:latin typeface="+mn-lt"/>
                        </a:rPr>
                        <a:t>    STMT_EXEC_TIME / 1000 AS TOTAL_EXECUTION_MS,  -- Total execution time</a:t>
                      </a:r>
                    </a:p>
                    <a:p>
                      <a:pPr algn="l" fontAlgn="b"/>
                      <a:r>
                        <a:rPr lang="en-US" sz="1100" b="0" i="0" u="none" strike="noStrike" dirty="0">
                          <a:solidFill>
                            <a:srgbClr val="000000"/>
                          </a:solidFill>
                          <a:effectLst/>
                          <a:latin typeface="+mn-lt"/>
                        </a:rPr>
                        <a:t>    TOTAL_CPU_TIME / 1000 AS TOTAL_CPU_MS,  -- CPU time</a:t>
                      </a:r>
                    </a:p>
                    <a:p>
                      <a:pPr algn="l" fontAlgn="b"/>
                      <a:r>
                        <a:rPr lang="en-US" sz="1100" b="0" i="0" u="none" strike="noStrike" dirty="0">
                          <a:solidFill>
                            <a:srgbClr val="000000"/>
                          </a:solidFill>
                          <a:effectLst/>
                          <a:latin typeface="+mn-lt"/>
                        </a:rPr>
                        <a:t>    TOTAL_ACT_WAIT_TIME / 1000 AS WAIT_TIME_MS,  -- Time spent waiting (e.g., I/O, locks)</a:t>
                      </a:r>
                    </a:p>
                    <a:p>
                      <a:pPr algn="l" fontAlgn="b"/>
                      <a:r>
                        <a:rPr lang="en-US" sz="1100" b="0" i="0" u="none" strike="noStrike" dirty="0">
                          <a:solidFill>
                            <a:srgbClr val="000000"/>
                          </a:solidFill>
                          <a:effectLst/>
                          <a:latin typeface="+mn-lt"/>
                        </a:rPr>
                        <a:t>    NUM_EXECUTIONS,</a:t>
                      </a:r>
                    </a:p>
                    <a:p>
                      <a:pPr algn="l" fontAlgn="b"/>
                      <a:r>
                        <a:rPr lang="en-US" sz="1100" b="0" i="0" u="none" strike="noStrike" dirty="0">
                          <a:solidFill>
                            <a:srgbClr val="000000"/>
                          </a:solidFill>
                          <a:effectLst/>
                          <a:latin typeface="+mn-lt"/>
                        </a:rPr>
                        <a:t>    (STMT_EXEC_TIME / NULLIF(NUM_EXECUTIONS, 0)) / 1000 AS AVG_EXECUTION_MS  -- Average execution time per query</a:t>
                      </a:r>
                    </a:p>
                    <a:p>
                      <a:pPr algn="l" fontAlgn="b"/>
                      <a:r>
                        <a:rPr lang="en-US" sz="1100" b="0" i="0" u="none" strike="noStrike" dirty="0">
                          <a:solidFill>
                            <a:srgbClr val="000000"/>
                          </a:solidFill>
                          <a:effectLst/>
                          <a:latin typeface="+mn-lt"/>
                        </a:rPr>
                        <a:t>FROM TABLE(SYSPROC.MON_GET_PKG_CACHE_STMT(NULL, NULL, NULL, -2)) AS T</a:t>
                      </a:r>
                    </a:p>
                    <a:p>
                      <a:pPr algn="l" fontAlgn="b"/>
                      <a:r>
                        <a:rPr lang="en-US" sz="1100" b="0" i="0" u="none" strike="noStrike" dirty="0">
                          <a:solidFill>
                            <a:srgbClr val="000000"/>
                          </a:solidFill>
                          <a:effectLst/>
                          <a:latin typeface="+mn-lt"/>
                        </a:rPr>
                        <a:t>ORDER BY TOTAL_EXECUTION_MS DESC</a:t>
                      </a:r>
                    </a:p>
                    <a:p>
                      <a:pPr algn="l" fontAlgn="b"/>
                      <a:r>
                        <a:rPr lang="en-US" sz="1100" b="0" i="0" u="none" strike="noStrike" dirty="0">
                          <a:solidFill>
                            <a:srgbClr val="000000"/>
                          </a:solidFill>
                          <a:effectLst/>
                          <a:latin typeface="+mn-lt"/>
                        </a:rPr>
                        <a:t>FETCH FIRST 10 ROWS ONLY"| sed -e "s/       / /g" &gt; </a:t>
                      </a:r>
                      <a:r>
                        <a:rPr lang="en-US" sz="1100" b="0" i="0" u="none" strike="noStrike" dirty="0" err="1">
                          <a:solidFill>
                            <a:srgbClr val="000000"/>
                          </a:solidFill>
                          <a:effectLst/>
                          <a:latin typeface="+mn-lt"/>
                        </a:rPr>
                        <a:t>expensiveQueries</a:t>
                      </a:r>
                      <a:endParaRPr lang="en-US" sz="1100" b="0" i="0" u="none" strike="noStrike" dirty="0">
                        <a:solidFill>
                          <a:srgbClr val="000000"/>
                        </a:solidFill>
                        <a:effectLst/>
                        <a:latin typeface="+mn-lt"/>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Arial"/>
                        </a:rPr>
                        <a:t>Get most expensive queries generally</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45815477"/>
                  </a:ext>
                </a:extLst>
              </a:tr>
            </a:tbl>
          </a:graphicData>
        </a:graphic>
      </p:graphicFrame>
    </p:spTree>
    <p:extLst>
      <p:ext uri="{BB962C8B-B14F-4D97-AF65-F5344CB8AC3E}">
        <p14:creationId xmlns:p14="http://schemas.microsoft.com/office/powerpoint/2010/main" val="1506581874"/>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9166B-BB8C-926B-D96D-E6E7FD6B00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A36FB2-FC6C-73D5-DA8A-C162F9344BC7}"/>
              </a:ext>
            </a:extLst>
          </p:cNvPr>
          <p:cNvSpPr>
            <a:spLocks noGrp="1"/>
          </p:cNvSpPr>
          <p:nvPr>
            <p:ph type="title"/>
          </p:nvPr>
        </p:nvSpPr>
        <p:spPr>
          <a:prstGeom prst="rect">
            <a:avLst/>
          </a:prstGeom>
        </p:spPr>
        <p:txBody>
          <a:bodyPr>
            <a:noAutofit/>
          </a:bodyPr>
          <a:lstStyle/>
          <a:p>
            <a:r>
              <a:rPr lang="en-GB" sz="3600" dirty="0">
                <a:solidFill>
                  <a:srgbClr val="002060"/>
                </a:solidFill>
                <a:latin typeface="Arial"/>
                <a:cs typeface="Arial"/>
              </a:rPr>
              <a:t>Useful Links</a:t>
            </a:r>
            <a:endParaRPr lang="en-GB" sz="3600" dirty="0">
              <a:solidFill>
                <a:srgbClr val="002060"/>
              </a:solidFill>
            </a:endParaRPr>
          </a:p>
        </p:txBody>
      </p:sp>
      <p:graphicFrame>
        <p:nvGraphicFramePr>
          <p:cNvPr id="4" name="Content Placeholder 3">
            <a:extLst>
              <a:ext uri="{FF2B5EF4-FFF2-40B4-BE49-F238E27FC236}">
                <a16:creationId xmlns:a16="http://schemas.microsoft.com/office/drawing/2014/main" id="{6DD9B7EE-8769-F7A9-5B58-EDF00629B8BB}"/>
              </a:ext>
            </a:extLst>
          </p:cNvPr>
          <p:cNvGraphicFramePr>
            <a:graphicFrameLocks noGrp="1"/>
          </p:cNvGraphicFramePr>
          <p:nvPr>
            <p:ph idx="1"/>
            <p:extLst>
              <p:ext uri="{D42A27DB-BD31-4B8C-83A1-F6EECF244321}">
                <p14:modId xmlns:p14="http://schemas.microsoft.com/office/powerpoint/2010/main" val="3337508827"/>
              </p:ext>
            </p:extLst>
          </p:nvPr>
        </p:nvGraphicFramePr>
        <p:xfrm>
          <a:off x="622021" y="1130743"/>
          <a:ext cx="11131829" cy="4814762"/>
        </p:xfrm>
        <a:graphic>
          <a:graphicData uri="http://schemas.openxmlformats.org/drawingml/2006/table">
            <a:tbl>
              <a:tblPr bandRow="1">
                <a:tableStyleId>{5C22544A-7EE6-4342-B048-85BDC9FD1C3A}</a:tableStyleId>
              </a:tblPr>
              <a:tblGrid>
                <a:gridCol w="7364655">
                  <a:extLst>
                    <a:ext uri="{9D8B030D-6E8A-4147-A177-3AD203B41FA5}">
                      <a16:colId xmlns:a16="http://schemas.microsoft.com/office/drawing/2014/main" val="2852942938"/>
                    </a:ext>
                  </a:extLst>
                </a:gridCol>
                <a:gridCol w="3767174">
                  <a:extLst>
                    <a:ext uri="{9D8B030D-6E8A-4147-A177-3AD203B41FA5}">
                      <a16:colId xmlns:a16="http://schemas.microsoft.com/office/drawing/2014/main" val="2777809411"/>
                    </a:ext>
                  </a:extLst>
                </a:gridCol>
              </a:tblGrid>
              <a:tr h="257539">
                <a:tc>
                  <a:txBody>
                    <a:bodyPr/>
                    <a:lstStyle/>
                    <a:p>
                      <a:pPr algn="l" fontAlgn="b"/>
                      <a:r>
                        <a:rPr lang="en-US" sz="1400" b="1" i="0" u="none" strike="noStrike" dirty="0">
                          <a:solidFill>
                            <a:schemeClr val="bg1"/>
                          </a:solidFill>
                          <a:effectLst/>
                          <a:latin typeface="Arial"/>
                        </a:rPr>
                        <a:t>SQL </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l" fontAlgn="b"/>
                      <a:r>
                        <a:rPr lang="en-US" sz="1400" b="1" i="0" u="none" strike="noStrike" dirty="0">
                          <a:solidFill>
                            <a:schemeClr val="bg1"/>
                          </a:solidFill>
                          <a:effectLst/>
                          <a:latin typeface="Arial"/>
                        </a:rPr>
                        <a:t>Comments</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3545737261"/>
                  </a:ext>
                </a:extLst>
              </a:tr>
              <a:tr h="250382">
                <a:tc>
                  <a:txBody>
                    <a:bodyPr/>
                    <a:lstStyle/>
                    <a:p>
                      <a:pPr algn="l" fontAlgn="b"/>
                      <a:r>
                        <a:rPr lang="en-US" sz="1100" b="0" i="0" u="none" strike="noStrike" dirty="0">
                          <a:solidFill>
                            <a:srgbClr val="000000"/>
                          </a:solidFill>
                          <a:effectLst/>
                          <a:latin typeface="+mn-lt"/>
                          <a:hlinkClick r:id="rId3"/>
                        </a:rPr>
                        <a:t>https://public.dhe.ibm.com/ps/products/db2/info/vr111/pdf/en_US/</a:t>
                      </a:r>
                      <a:r>
                        <a:rPr lang="en-US" sz="1100" b="0" i="0" u="none" strike="noStrike" dirty="0">
                          <a:solidFill>
                            <a:srgbClr val="000000"/>
                          </a:solidFill>
                          <a:effectLst/>
                          <a:latin typeface="+mn-lt"/>
                        </a:rPr>
                        <a:t> </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Arial"/>
                        </a:rPr>
                        <a:t>IBM DB2 V11.1 Books (monitor, performance,…)</a:t>
                      </a:r>
                    </a:p>
                  </a:txBody>
                  <a:tcPr marL="9525" marR="9525" marT="9525">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23371427"/>
                  </a:ext>
                </a:extLst>
              </a:tr>
              <a:tr h="170336">
                <a:tc>
                  <a:txBody>
                    <a:bodyPr/>
                    <a:lstStyle/>
                    <a:p>
                      <a:pPr algn="l" fontAlgn="b"/>
                      <a:r>
                        <a:rPr lang="en-US" sz="1100" b="0" i="0" u="none" strike="noStrike" dirty="0">
                          <a:solidFill>
                            <a:srgbClr val="000000"/>
                          </a:solidFill>
                          <a:effectLst/>
                          <a:latin typeface="+mn-lt"/>
                          <a:hlinkClick r:id="rId4"/>
                        </a:rPr>
                        <a:t>https://www.ibm.com/docs/en/db2/11.1?topic=maintenance-configuring-automated-policy</a:t>
                      </a:r>
                      <a:r>
                        <a:rPr lang="en-US" sz="1100" b="0" i="0" u="none" strike="noStrike" dirty="0">
                          <a:solidFill>
                            <a:srgbClr val="000000"/>
                          </a:solidFill>
                          <a:effectLst/>
                          <a:latin typeface="+mn-lt"/>
                        </a:rPr>
                        <a:t> </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Arial"/>
                        </a:rPr>
                        <a:t>Policy setup for automatic maintenance</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60624045"/>
                  </a:ext>
                </a:extLst>
              </a:tr>
              <a:tr h="170336">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mn-lt"/>
                          <a:hlinkClick r:id="rId5"/>
                        </a:rPr>
                        <a:t>https://github.com/IBM/db2-samples/blob/master/automaintcfg/DB2AutoRunstatsPolicySample.xml</a:t>
                      </a:r>
                      <a:r>
                        <a:rPr lang="en-US" sz="1100" b="0" i="0" u="none" strike="noStrike" dirty="0">
                          <a:solidFill>
                            <a:srgbClr val="000000"/>
                          </a:solidFill>
                          <a:effectLst/>
                          <a:latin typeface="+mn-lt"/>
                        </a:rPr>
                        <a:t> </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chemeClr val="tx1"/>
                          </a:solidFill>
                          <a:effectLst/>
                          <a:latin typeface="Arial"/>
                        </a:rPr>
                        <a:t>Example </a:t>
                      </a:r>
                      <a:r>
                        <a:rPr lang="en-US" sz="1100" b="0" i="0" u="none" strike="noStrike" dirty="0" err="1">
                          <a:solidFill>
                            <a:schemeClr val="tx1"/>
                          </a:solidFill>
                          <a:effectLst/>
                          <a:latin typeface="Arial"/>
                        </a:rPr>
                        <a:t>Runstats</a:t>
                      </a:r>
                      <a:r>
                        <a:rPr lang="en-US" sz="1100" b="0" i="0" u="none" strike="noStrike" dirty="0">
                          <a:solidFill>
                            <a:schemeClr val="tx1"/>
                          </a:solidFill>
                          <a:effectLst/>
                          <a:latin typeface="Arial"/>
                        </a:rPr>
                        <a:t> policy</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45815477"/>
                  </a:ext>
                </a:extLst>
              </a:tr>
              <a:tr h="170336">
                <a:tc>
                  <a:txBody>
                    <a:bodyPr/>
                    <a:lstStyle/>
                    <a:p>
                      <a:pPr algn="l" fontAlgn="b"/>
                      <a:r>
                        <a:rPr lang="en-US" sz="1100" b="0" i="0" u="none" strike="noStrike" dirty="0">
                          <a:solidFill>
                            <a:srgbClr val="000000"/>
                          </a:solidFill>
                          <a:effectLst/>
                          <a:latin typeface="+mn-lt"/>
                          <a:hlinkClick r:id="rId6"/>
                        </a:rPr>
                        <a:t>https://github.com/IBM/db2-samples/blob/master/automaintcfg/DB2MaintenanceWindowPolicySample.xml</a:t>
                      </a:r>
                      <a:r>
                        <a:rPr lang="en-US" sz="1100" b="0" i="0" u="none" strike="noStrike" dirty="0">
                          <a:solidFill>
                            <a:srgbClr val="000000"/>
                          </a:solidFill>
                          <a:effectLst/>
                          <a:latin typeface="+mn-lt"/>
                        </a:rPr>
                        <a:t> </a:t>
                      </a:r>
                      <a:endParaRPr lang="en-US" sz="1100" b="0" i="0" u="none" strike="noStrike" dirty="0">
                        <a:solidFill>
                          <a:srgbClr val="000000"/>
                        </a:solidFill>
                        <a:effectLst/>
                        <a:latin typeface="Arial"/>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chemeClr val="tx1"/>
                          </a:solidFill>
                          <a:effectLst/>
                          <a:latin typeface="Arial"/>
                        </a:rPr>
                        <a:t>Example automatic maintenance window policy</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61112732"/>
                  </a:ext>
                </a:extLst>
              </a:tr>
              <a:tr h="170336">
                <a:tc>
                  <a:txBody>
                    <a:bodyPr/>
                    <a:lstStyle/>
                    <a:p>
                      <a:pPr algn="l" fontAlgn="b"/>
                      <a:r>
                        <a:rPr lang="en-US" sz="1100" b="0" i="0" u="none" strike="noStrike" dirty="0">
                          <a:solidFill>
                            <a:srgbClr val="000000"/>
                          </a:solidFill>
                          <a:effectLst/>
                          <a:latin typeface="+mn-lt"/>
                          <a:hlinkClick r:id="rId7"/>
                        </a:rPr>
                        <a:t>https://ibm.github.io/db2-dsmtop-wiki</a:t>
                      </a:r>
                      <a:r>
                        <a:rPr lang="en-US" sz="1100" b="0" i="0" u="none" strike="noStrike" dirty="0">
                          <a:solidFill>
                            <a:srgbClr val="000000"/>
                          </a:solidFill>
                          <a:effectLst/>
                          <a:latin typeface="+mn-lt"/>
                        </a:rPr>
                        <a:t> </a:t>
                      </a:r>
                      <a:endParaRPr lang="en-US" sz="1100" b="0" i="0" u="none" strike="noStrike" dirty="0">
                        <a:solidFill>
                          <a:srgbClr val="000000"/>
                        </a:solidFill>
                        <a:effectLst/>
                        <a:latin typeface="Arial"/>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1" i="0" u="none" strike="noStrike" dirty="0">
                          <a:solidFill>
                            <a:schemeClr val="tx1"/>
                          </a:solidFill>
                          <a:effectLst/>
                          <a:latin typeface="Arial"/>
                        </a:rPr>
                        <a:t>DSMTOP - </a:t>
                      </a:r>
                      <a:r>
                        <a:rPr lang="en-US" sz="1100" b="0" i="0" u="none" strike="noStrike" dirty="0">
                          <a:solidFill>
                            <a:schemeClr val="tx1"/>
                          </a:solidFill>
                          <a:effectLst/>
                          <a:latin typeface="Arial"/>
                        </a:rPr>
                        <a:t>Realtime monitoring guidance</a:t>
                      </a:r>
                      <a:endParaRPr lang="en-US" sz="1100" b="1" i="0" u="none" strike="noStrike" dirty="0">
                        <a:solidFill>
                          <a:schemeClr val="tx1"/>
                        </a:solidFill>
                        <a:effectLst/>
                        <a:latin typeface="Arial"/>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93571695"/>
                  </a:ext>
                </a:extLst>
              </a:tr>
              <a:tr h="170336">
                <a:tc>
                  <a:txBody>
                    <a:bodyPr/>
                    <a:lstStyle/>
                    <a:p>
                      <a:pPr algn="l" fontAlgn="b"/>
                      <a:r>
                        <a:rPr lang="en-GB" sz="1100" dirty="0">
                          <a:hlinkClick r:id="rId8" tooltip="https://www.ibm.com/docs/en/db2-data-mgr-console/3.1.x?topic=console-overview"/>
                        </a:rPr>
                        <a:t>https://www.ibm.com/docs/en/db2-data-mgr-console/3.1.x?topic=console-overview</a:t>
                      </a:r>
                      <a:endParaRPr lang="en-US" sz="1100" b="0" i="0" u="none" strike="noStrike" dirty="0">
                        <a:solidFill>
                          <a:srgbClr val="000000"/>
                        </a:solidFill>
                        <a:effectLst/>
                        <a:latin typeface="Arial"/>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1" i="0" u="none" strike="noStrike" dirty="0">
                          <a:solidFill>
                            <a:schemeClr val="tx1"/>
                          </a:solidFill>
                          <a:effectLst/>
                          <a:latin typeface="Arial"/>
                        </a:rPr>
                        <a:t>IBM DB2 Management </a:t>
                      </a:r>
                      <a:r>
                        <a:rPr lang="en-US" sz="1100" b="1" i="0" u="none" strike="noStrike" dirty="0">
                          <a:solidFill>
                            <a:schemeClr val="tx1"/>
                          </a:solidFill>
                          <a:effectLst/>
                          <a:latin typeface="+mn-lt"/>
                        </a:rPr>
                        <a:t>Console </a:t>
                      </a:r>
                      <a:r>
                        <a:rPr lang="en-US" sz="1100" b="0" i="0" u="none" strike="noStrike" dirty="0">
                          <a:solidFill>
                            <a:schemeClr val="tx1"/>
                          </a:solidFill>
                          <a:effectLst/>
                          <a:latin typeface="+mn-lt"/>
                        </a:rPr>
                        <a:t>- </a:t>
                      </a:r>
                      <a:r>
                        <a:rPr lang="en-US" sz="1100" b="0" i="0" kern="1200" dirty="0">
                          <a:solidFill>
                            <a:schemeClr val="dk1"/>
                          </a:solidFill>
                          <a:effectLst/>
                          <a:latin typeface="+mn-lt"/>
                          <a:ea typeface="+mn-ea"/>
                          <a:cs typeface="+mn-cs"/>
                        </a:rPr>
                        <a:t>The console helps you administer, monitor, manage, and optimize the performance of IBM Db2 databases.</a:t>
                      </a:r>
                      <a:endParaRPr lang="en-US" sz="1100" b="0" i="0" u="none" strike="noStrike" dirty="0">
                        <a:solidFill>
                          <a:schemeClr val="tx1"/>
                        </a:solidFill>
                        <a:effectLst/>
                        <a:latin typeface="+mn-lt"/>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95644434"/>
                  </a:ext>
                </a:extLst>
              </a:tr>
              <a:tr h="170336">
                <a:tc>
                  <a:txBody>
                    <a:bodyPr/>
                    <a:lstStyle/>
                    <a:p>
                      <a:pPr algn="l" fontAlgn="b"/>
                      <a:r>
                        <a:rPr lang="en-US" sz="1100" b="0" i="0" u="none" strike="noStrike" dirty="0">
                          <a:solidFill>
                            <a:srgbClr val="000000"/>
                          </a:solidFill>
                          <a:effectLst/>
                          <a:latin typeface="+mn-lt"/>
                          <a:hlinkClick r:id="rId9"/>
                        </a:rPr>
                        <a:t>https://github.com/IBM/db2-samples/blob/master/db_library/views/db_app_rows_per_sec.sql</a:t>
                      </a:r>
                      <a:r>
                        <a:rPr lang="en-US" sz="1100" b="0" i="0" u="none" strike="noStrike" dirty="0">
                          <a:solidFill>
                            <a:srgbClr val="000000"/>
                          </a:solidFill>
                          <a:effectLst/>
                          <a:latin typeface="+mn-lt"/>
                        </a:rPr>
                        <a:t> </a:t>
                      </a:r>
                      <a:endParaRPr lang="en-US" sz="1100" b="0" i="0" u="none" strike="noStrike" dirty="0">
                        <a:solidFill>
                          <a:srgbClr val="000000"/>
                        </a:solidFill>
                        <a:effectLst/>
                        <a:latin typeface="Arial"/>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chemeClr val="tx1"/>
                          </a:solidFill>
                          <a:effectLst/>
                          <a:latin typeface="Arial"/>
                        </a:rPr>
                        <a:t>Lots of useful queries from IBM. </a:t>
                      </a:r>
                      <a:r>
                        <a:rPr lang="en-US" sz="1100" b="1" i="0" u="none" strike="noStrike" dirty="0">
                          <a:solidFill>
                            <a:schemeClr val="tx1"/>
                          </a:solidFill>
                          <a:effectLst/>
                          <a:latin typeface="Arial"/>
                        </a:rPr>
                        <a:t>Note these create small tables in the database.</a:t>
                      </a:r>
                      <a:endParaRPr lang="en-US" sz="1100" b="0" i="0" u="none" strike="noStrike" dirty="0">
                        <a:solidFill>
                          <a:schemeClr val="tx1"/>
                        </a:solidFill>
                        <a:effectLst/>
                        <a:latin typeface="Arial"/>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80160580"/>
                  </a:ext>
                </a:extLst>
              </a:tr>
              <a:tr h="170336">
                <a:tc>
                  <a:txBody>
                    <a:bodyPr/>
                    <a:lstStyle/>
                    <a:p>
                      <a:pPr algn="l" fontAlgn="b"/>
                      <a:r>
                        <a:rPr lang="en-US" sz="1100" b="0" i="0" u="none" strike="noStrike" dirty="0">
                          <a:solidFill>
                            <a:srgbClr val="000000"/>
                          </a:solidFill>
                          <a:effectLst/>
                          <a:latin typeface="+mn-lt"/>
                          <a:hlinkClick r:id="rId10"/>
                        </a:rPr>
                        <a:t>https://www.ibm.com/docs/en/db2/11.1?topic=performance-basic-set-system-monitor-elements</a:t>
                      </a:r>
                      <a:r>
                        <a:rPr lang="en-US" sz="1100" b="0" i="0" u="none" strike="noStrike" dirty="0">
                          <a:solidFill>
                            <a:srgbClr val="000000"/>
                          </a:solidFill>
                          <a:effectLst/>
                          <a:latin typeface="+mn-lt"/>
                        </a:rPr>
                        <a:t> </a:t>
                      </a:r>
                      <a:endParaRPr lang="en-US" sz="1100" b="0" i="0" u="none" strike="noStrike" dirty="0">
                        <a:solidFill>
                          <a:srgbClr val="000000"/>
                        </a:solidFill>
                        <a:effectLst/>
                        <a:latin typeface="Arial"/>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chemeClr val="tx1"/>
                          </a:solidFill>
                          <a:effectLst/>
                          <a:latin typeface="Arial"/>
                        </a:rPr>
                        <a:t>General monitoring metrics most of it can be </a:t>
                      </a:r>
                      <a:r>
                        <a:rPr lang="en-US" sz="1100" b="0" i="0" u="none" strike="noStrike" dirty="0">
                          <a:solidFill>
                            <a:schemeClr val="tx1"/>
                          </a:solidFill>
                          <a:effectLst/>
                          <a:latin typeface="+mn-lt"/>
                        </a:rPr>
                        <a:t>calculated from TABLE(SYSPROC.SNAP_GET_DB(CURRENT SERVER, -1)). This table has </a:t>
                      </a:r>
                      <a:r>
                        <a:rPr lang="en-GB" sz="1100" dirty="0"/>
                        <a:t>provides </a:t>
                      </a:r>
                      <a:r>
                        <a:rPr lang="en-GB" sz="1100" b="0" dirty="0"/>
                        <a:t>real-time performance statistics for the DB</a:t>
                      </a:r>
                      <a:endParaRPr lang="en-US" sz="1100" b="0" i="0" u="none" strike="noStrike" dirty="0">
                        <a:solidFill>
                          <a:schemeClr val="tx1"/>
                        </a:solidFill>
                        <a:effectLst/>
                        <a:latin typeface="Arial"/>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10560293"/>
                  </a:ext>
                </a:extLst>
              </a:tr>
              <a:tr h="170336">
                <a:tc>
                  <a:txBody>
                    <a:bodyPr/>
                    <a:lstStyle/>
                    <a:p>
                      <a:pPr algn="l" fontAlgn="b"/>
                      <a:r>
                        <a:rPr lang="en-US" sz="1100" b="0" i="0" u="none" strike="noStrike" dirty="0">
                          <a:solidFill>
                            <a:srgbClr val="000000"/>
                          </a:solidFill>
                          <a:effectLst/>
                          <a:latin typeface="+mn-lt"/>
                          <a:hlinkClick r:id="rId11"/>
                        </a:rPr>
                        <a:t>https://www.ibm.com/docs/en/db2/11.1?topic=views-monitor</a:t>
                      </a:r>
                      <a:r>
                        <a:rPr lang="en-US" sz="1100" b="0" i="0" u="none" strike="noStrike" dirty="0">
                          <a:solidFill>
                            <a:srgbClr val="000000"/>
                          </a:solidFill>
                          <a:effectLst/>
                          <a:latin typeface="+mn-lt"/>
                        </a:rPr>
                        <a:t> </a:t>
                      </a:r>
                      <a:endParaRPr lang="en-US" sz="1100" b="0" i="0" u="none" strike="noStrike" dirty="0">
                        <a:solidFill>
                          <a:srgbClr val="000000"/>
                        </a:solidFill>
                        <a:effectLst/>
                        <a:latin typeface="Arial"/>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Arial"/>
                        </a:rPr>
                        <a:t>Basic lightweight monitoring views using </a:t>
                      </a:r>
                      <a:r>
                        <a:rPr lang="en-US" sz="1100" b="1" i="0" u="none" strike="noStrike" dirty="0" err="1">
                          <a:solidFill>
                            <a:srgbClr val="000000"/>
                          </a:solidFill>
                          <a:effectLst/>
                          <a:latin typeface="+mn-lt"/>
                        </a:rPr>
                        <a:t>sysibmadm.mon</a:t>
                      </a:r>
                      <a:r>
                        <a:rPr lang="en-US" sz="1100" b="1" i="0" u="none" strike="noStrike" dirty="0">
                          <a:solidFill>
                            <a:srgbClr val="000000"/>
                          </a:solidFill>
                          <a:effectLst/>
                          <a:latin typeface="+mn-lt"/>
                        </a:rPr>
                        <a:t>_*-</a:t>
                      </a:r>
                      <a:r>
                        <a:rPr lang="en-US" sz="1100" b="0" i="0" u="none" strike="noStrike" dirty="0">
                          <a:solidFill>
                            <a:srgbClr val="000000"/>
                          </a:solidFill>
                          <a:effectLst/>
                          <a:latin typeface="+mn-lt"/>
                        </a:rPr>
                        <a:t> This is where the DBA should learn how to monitor the database</a:t>
                      </a:r>
                      <a:r>
                        <a:rPr lang="en-US" sz="1100" b="0" i="0" u="none" strike="noStrike" dirty="0">
                          <a:solidFill>
                            <a:srgbClr val="000000"/>
                          </a:solidFill>
                          <a:effectLst/>
                          <a:latin typeface="Arial"/>
                        </a:rPr>
                        <a:t> </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27191676"/>
                  </a:ext>
                </a:extLst>
              </a:tr>
              <a:tr h="170336">
                <a:tc>
                  <a:txBody>
                    <a:bodyPr/>
                    <a:lstStyle/>
                    <a:p>
                      <a:pPr algn="l" fontAlgn="b"/>
                      <a:r>
                        <a:rPr lang="en-US" sz="1100" b="0" i="0" u="none" strike="noStrike" dirty="0">
                          <a:solidFill>
                            <a:srgbClr val="000000"/>
                          </a:solidFill>
                          <a:effectLst/>
                          <a:latin typeface="+mn-lt"/>
                          <a:hlinkClick r:id="rId12"/>
                        </a:rPr>
                        <a:t>https://www.ibm.com/docs/en/db2/11.1?topic=views-monitor-procedures-functions</a:t>
                      </a:r>
                      <a:r>
                        <a:rPr lang="en-US" sz="1100" b="0" i="0" u="none" strike="noStrike" dirty="0">
                          <a:solidFill>
                            <a:srgbClr val="000000"/>
                          </a:solidFill>
                          <a:effectLst/>
                          <a:latin typeface="+mn-lt"/>
                        </a:rPr>
                        <a:t> </a:t>
                      </a:r>
                      <a:endParaRPr lang="en-US" sz="1100" b="0" i="0" u="none" strike="noStrike" dirty="0">
                        <a:solidFill>
                          <a:srgbClr val="000000"/>
                        </a:solidFill>
                        <a:effectLst/>
                        <a:latin typeface="Arial"/>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mn-lt"/>
                        </a:rPr>
                        <a:t>Basic lightweight monitoring procedures/functions using </a:t>
                      </a:r>
                      <a:r>
                        <a:rPr lang="en-US" sz="1100" b="1" i="0" u="none" strike="noStrike" dirty="0" err="1">
                          <a:solidFill>
                            <a:srgbClr val="000000"/>
                          </a:solidFill>
                          <a:effectLst/>
                          <a:latin typeface="+mn-lt"/>
                        </a:rPr>
                        <a:t>mon</a:t>
                      </a:r>
                      <a:r>
                        <a:rPr lang="en-US" sz="1100" b="1" i="0" u="none" strike="noStrike" dirty="0">
                          <a:solidFill>
                            <a:srgbClr val="000000"/>
                          </a:solidFill>
                          <a:effectLst/>
                          <a:latin typeface="+mn-lt"/>
                        </a:rPr>
                        <a:t>_*-</a:t>
                      </a:r>
                      <a:r>
                        <a:rPr lang="en-US" sz="1100" b="0" i="0" u="none" strike="noStrike" dirty="0">
                          <a:solidFill>
                            <a:srgbClr val="000000"/>
                          </a:solidFill>
                          <a:effectLst/>
                          <a:latin typeface="+mn-lt"/>
                        </a:rPr>
                        <a:t> This is where the DBA should learn how to monitor the database </a:t>
                      </a:r>
                    </a:p>
                    <a:p>
                      <a:pPr algn="l" fontAlgn="b"/>
                      <a:endParaRPr lang="en-US" sz="1100" b="0" i="0" u="none" strike="noStrike" dirty="0">
                        <a:solidFill>
                          <a:srgbClr val="000000"/>
                        </a:solidFill>
                        <a:effectLst/>
                        <a:latin typeface="Arial"/>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28277920"/>
                  </a:ext>
                </a:extLst>
              </a:tr>
              <a:tr h="170336">
                <a:tc>
                  <a:txBody>
                    <a:bodyPr/>
                    <a:lstStyle/>
                    <a:p>
                      <a:pPr algn="l" fontAlgn="b"/>
                      <a:r>
                        <a:rPr lang="en-US" sz="1100" b="0" i="0" u="none" strike="noStrike" dirty="0">
                          <a:solidFill>
                            <a:srgbClr val="000000"/>
                          </a:solidFill>
                          <a:effectLst/>
                          <a:latin typeface="+mn-lt"/>
                          <a:hlinkClick r:id="rId13"/>
                        </a:rPr>
                        <a:t>https://kubicakacper.medium.com/how-to-properly-reorg-a-table-in-db2-luw-different-scenarios-7e53b5f9c09f</a:t>
                      </a:r>
                      <a:r>
                        <a:rPr lang="en-US" sz="1100" b="0" i="0" u="none" strike="noStrike" dirty="0">
                          <a:solidFill>
                            <a:srgbClr val="000000"/>
                          </a:solidFill>
                          <a:effectLst/>
                          <a:latin typeface="+mn-lt"/>
                        </a:rPr>
                        <a:t> </a:t>
                      </a:r>
                      <a:endParaRPr lang="en-US" sz="1100" b="0" i="0" u="none" strike="noStrike" dirty="0">
                        <a:solidFill>
                          <a:srgbClr val="000000"/>
                        </a:solidFill>
                        <a:effectLst/>
                        <a:latin typeface="Arial"/>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Arial"/>
                        </a:rPr>
                        <a:t>Good description of F1-F8 in </a:t>
                      </a:r>
                      <a:r>
                        <a:rPr lang="en-US" sz="1100" b="0" i="0" u="none" strike="noStrike" dirty="0" err="1">
                          <a:solidFill>
                            <a:srgbClr val="000000"/>
                          </a:solidFill>
                          <a:effectLst/>
                          <a:latin typeface="Arial"/>
                        </a:rPr>
                        <a:t>reorgchk</a:t>
                      </a:r>
                      <a:r>
                        <a:rPr lang="en-US" sz="1100" b="0" i="0" u="none" strike="noStrike" dirty="0">
                          <a:solidFill>
                            <a:srgbClr val="000000"/>
                          </a:solidFill>
                          <a:effectLst/>
                          <a:latin typeface="Arial"/>
                        </a:rPr>
                        <a:t> output</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39526915"/>
                  </a:ext>
                </a:extLst>
              </a:tr>
              <a:tr h="170336">
                <a:tc>
                  <a:txBody>
                    <a:bodyPr/>
                    <a:lstStyle/>
                    <a:p>
                      <a:pPr algn="l" fontAlgn="b"/>
                      <a:r>
                        <a:rPr lang="en-US" sz="1100" b="0" i="0" u="none" strike="noStrike" dirty="0">
                          <a:solidFill>
                            <a:srgbClr val="000000"/>
                          </a:solidFill>
                          <a:effectLst/>
                          <a:latin typeface="+mn-lt"/>
                          <a:hlinkClick r:id="rId14"/>
                        </a:rPr>
                        <a:t>https://ibm-mas.github.io/mas-performance/pd/db2-performance-diagnosis/</a:t>
                      </a:r>
                      <a:r>
                        <a:rPr lang="en-US" sz="1100" b="0" i="0" u="none" strike="noStrike" dirty="0">
                          <a:solidFill>
                            <a:srgbClr val="000000"/>
                          </a:solidFill>
                          <a:effectLst/>
                          <a:latin typeface="+mn-lt"/>
                        </a:rPr>
                        <a:t> </a:t>
                      </a:r>
                      <a:endParaRPr lang="en-US" sz="1100" b="0" i="0" u="none" strike="noStrike" dirty="0">
                        <a:solidFill>
                          <a:srgbClr val="000000"/>
                        </a:solidFill>
                        <a:effectLst/>
                        <a:latin typeface="Arial"/>
                      </a:endParaRP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Arial"/>
                        </a:rPr>
                        <a:t>XXX DB2 performance diagnostics</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6041286"/>
                  </a:ext>
                </a:extLst>
              </a:tr>
            </a:tbl>
          </a:graphicData>
        </a:graphic>
      </p:graphicFrame>
    </p:spTree>
    <p:extLst>
      <p:ext uri="{BB962C8B-B14F-4D97-AF65-F5344CB8AC3E}">
        <p14:creationId xmlns:p14="http://schemas.microsoft.com/office/powerpoint/2010/main" val="711770599"/>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close up of a logo&#10;&#10;AI-generated content may be incorrect.">
            <a:extLst>
              <a:ext uri="{FF2B5EF4-FFF2-40B4-BE49-F238E27FC236}">
                <a16:creationId xmlns:a16="http://schemas.microsoft.com/office/drawing/2014/main" id="{D4EEC095-B98A-0B92-4AE4-970551CC77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3704" y="5346812"/>
            <a:ext cx="1807765" cy="989633"/>
          </a:xfrm>
          <a:prstGeom prst="rect">
            <a:avLst/>
          </a:prstGeom>
        </p:spPr>
      </p:pic>
      <p:grpSp>
        <p:nvGrpSpPr>
          <p:cNvPr id="46" name="Group 45">
            <a:extLst>
              <a:ext uri="{FF2B5EF4-FFF2-40B4-BE49-F238E27FC236}">
                <a16:creationId xmlns:a16="http://schemas.microsoft.com/office/drawing/2014/main" id="{2EF9C1DF-D22A-E394-02DC-5388F4C0893A}"/>
              </a:ext>
            </a:extLst>
          </p:cNvPr>
          <p:cNvGrpSpPr/>
          <p:nvPr/>
        </p:nvGrpSpPr>
        <p:grpSpPr>
          <a:xfrm>
            <a:off x="513425" y="3950723"/>
            <a:ext cx="2685132" cy="339652"/>
            <a:chOff x="563614" y="2198440"/>
            <a:chExt cx="2262772" cy="277151"/>
          </a:xfrm>
        </p:grpSpPr>
        <p:pic>
          <p:nvPicPr>
            <p:cNvPr id="47" name="Picture 53" descr="Image result for Unum Group logo">
              <a:extLst>
                <a:ext uri="{FF2B5EF4-FFF2-40B4-BE49-F238E27FC236}">
                  <a16:creationId xmlns:a16="http://schemas.microsoft.com/office/drawing/2014/main" id="{27F42F9F-5904-DB08-8455-792B7D5A1D0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92423" y="2198440"/>
              <a:ext cx="733963" cy="239051"/>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116" descr="Image result for morgan stanley logo">
              <a:extLst>
                <a:ext uri="{FF2B5EF4-FFF2-40B4-BE49-F238E27FC236}">
                  <a16:creationId xmlns:a16="http://schemas.microsoft.com/office/drawing/2014/main" id="{44EB8323-398B-EF87-5076-59F975B58CF1}"/>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7060" t="33926" r="7337" b="35936"/>
            <a:stretch/>
          </p:blipFill>
          <p:spPr bwMode="auto">
            <a:xfrm>
              <a:off x="563614" y="2236812"/>
              <a:ext cx="1261062" cy="238779"/>
            </a:xfrm>
            <a:prstGeom prst="rect">
              <a:avLst/>
            </a:prstGeom>
            <a:noFill/>
            <a:extLst>
              <a:ext uri="{909E8E84-426E-40DD-AFC4-6F175D3DCCD1}">
                <a14:hiddenFill xmlns:a14="http://schemas.microsoft.com/office/drawing/2010/main">
                  <a:solidFill>
                    <a:srgbClr val="FFFFFF"/>
                  </a:solidFill>
                </a14:hiddenFill>
              </a:ext>
            </a:extLst>
          </p:spPr>
        </p:pic>
      </p:grpSp>
      <p:pic>
        <p:nvPicPr>
          <p:cNvPr id="49" name="Picture 80" descr="Image result for JP Morgan logo">
            <a:extLst>
              <a:ext uri="{FF2B5EF4-FFF2-40B4-BE49-F238E27FC236}">
                <a16:creationId xmlns:a16="http://schemas.microsoft.com/office/drawing/2014/main" id="{41F31AB1-650A-2637-6AF8-5751043FAC6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611345" y="3907049"/>
            <a:ext cx="1454306" cy="380308"/>
          </a:xfrm>
          <a:prstGeom prst="rect">
            <a:avLst/>
          </a:prstGeom>
          <a:noFill/>
          <a:extLst>
            <a:ext uri="{909E8E84-426E-40DD-AFC4-6F175D3DCCD1}">
              <a14:hiddenFill xmlns:a14="http://schemas.microsoft.com/office/drawing/2010/main">
                <a:solidFill>
                  <a:srgbClr val="FFFFFF"/>
                </a:solidFill>
              </a14:hiddenFill>
            </a:ext>
          </a:extLst>
        </p:spPr>
      </p:pic>
      <p:grpSp>
        <p:nvGrpSpPr>
          <p:cNvPr id="50" name="Group 49">
            <a:extLst>
              <a:ext uri="{FF2B5EF4-FFF2-40B4-BE49-F238E27FC236}">
                <a16:creationId xmlns:a16="http://schemas.microsoft.com/office/drawing/2014/main" id="{55257FE3-48A7-6C00-6764-BB18D2C33810}"/>
              </a:ext>
            </a:extLst>
          </p:cNvPr>
          <p:cNvGrpSpPr/>
          <p:nvPr/>
        </p:nvGrpSpPr>
        <p:grpSpPr>
          <a:xfrm>
            <a:off x="6897029" y="4738812"/>
            <a:ext cx="4927600" cy="506865"/>
            <a:chOff x="1279669" y="4168638"/>
            <a:chExt cx="3388354" cy="326370"/>
          </a:xfrm>
        </p:grpSpPr>
        <p:pic>
          <p:nvPicPr>
            <p:cNvPr id="51" name="Picture 51" descr="Image result for Banque Nationale du Canada logo">
              <a:extLst>
                <a:ext uri="{FF2B5EF4-FFF2-40B4-BE49-F238E27FC236}">
                  <a16:creationId xmlns:a16="http://schemas.microsoft.com/office/drawing/2014/main" id="{BD3316F2-8CDE-5F0A-E42C-D267FCB51C39}"/>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32074" b="32000"/>
            <a:stretch/>
          </p:blipFill>
          <p:spPr bwMode="auto">
            <a:xfrm>
              <a:off x="3802542" y="4174707"/>
              <a:ext cx="865481" cy="310932"/>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73" descr="Image result for BBVA Compass logo">
              <a:extLst>
                <a:ext uri="{FF2B5EF4-FFF2-40B4-BE49-F238E27FC236}">
                  <a16:creationId xmlns:a16="http://schemas.microsoft.com/office/drawing/2014/main" id="{61F34F37-BDD7-6102-FAE2-89E2D9AA95AD}"/>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11543" t="9432" r="11432" b="13273"/>
            <a:stretch/>
          </p:blipFill>
          <p:spPr bwMode="auto">
            <a:xfrm>
              <a:off x="1279669" y="4168638"/>
              <a:ext cx="624858" cy="326370"/>
            </a:xfrm>
            <a:prstGeom prst="rect">
              <a:avLst/>
            </a:prstGeom>
            <a:noFill/>
            <a:extLst>
              <a:ext uri="{909E8E84-426E-40DD-AFC4-6F175D3DCCD1}">
                <a14:hiddenFill xmlns:a14="http://schemas.microsoft.com/office/drawing/2010/main">
                  <a:solidFill>
                    <a:srgbClr val="FFFFFF"/>
                  </a:solidFill>
                </a14:hiddenFill>
              </a:ext>
            </a:extLst>
          </p:spPr>
        </p:pic>
      </p:grpSp>
      <p:pic>
        <p:nvPicPr>
          <p:cNvPr id="53" name="Picture 52">
            <a:extLst>
              <a:ext uri="{FF2B5EF4-FFF2-40B4-BE49-F238E27FC236}">
                <a16:creationId xmlns:a16="http://schemas.microsoft.com/office/drawing/2014/main" id="{1C39AECC-7422-1334-B67B-C6A5014800E4}"/>
              </a:ext>
            </a:extLst>
          </p:cNvPr>
          <p:cNvPicPr/>
          <p:nvPr/>
        </p:nvPicPr>
        <p:blipFill>
          <a:blip r:embed="rId9">
            <a:extLst>
              <a:ext uri="{28A0092B-C50C-407E-A947-70E740481C1C}">
                <a14:useLocalDpi xmlns:a14="http://schemas.microsoft.com/office/drawing/2010/main" val="0"/>
              </a:ext>
            </a:extLst>
          </a:blip>
          <a:srcRect/>
          <a:stretch>
            <a:fillRect/>
          </a:stretch>
        </p:blipFill>
        <p:spPr bwMode="auto">
          <a:xfrm>
            <a:off x="2020737" y="2776000"/>
            <a:ext cx="6379103" cy="952794"/>
          </a:xfrm>
          <a:prstGeom prst="rect">
            <a:avLst/>
          </a:prstGeom>
          <a:noFill/>
        </p:spPr>
      </p:pic>
      <p:pic>
        <p:nvPicPr>
          <p:cNvPr id="54" name="Picture 7" descr="A picture containing drawing&#10;&#10;Description generated with very high confidence">
            <a:extLst>
              <a:ext uri="{FF2B5EF4-FFF2-40B4-BE49-F238E27FC236}">
                <a16:creationId xmlns:a16="http://schemas.microsoft.com/office/drawing/2014/main" id="{C5872C6B-DC33-7362-4D32-1D8A97DF7832}"/>
              </a:ext>
            </a:extLst>
          </p:cNvPr>
          <p:cNvPicPr>
            <a:picLocks noChangeAspect="1"/>
          </p:cNvPicPr>
          <p:nvPr/>
        </p:nvPicPr>
        <p:blipFill>
          <a:blip r:embed="rId10"/>
          <a:stretch>
            <a:fillRect/>
          </a:stretch>
        </p:blipFill>
        <p:spPr>
          <a:xfrm>
            <a:off x="3606086" y="3819012"/>
            <a:ext cx="760166" cy="587299"/>
          </a:xfrm>
          <a:prstGeom prst="rect">
            <a:avLst/>
          </a:prstGeom>
        </p:spPr>
      </p:pic>
      <p:pic>
        <p:nvPicPr>
          <p:cNvPr id="55" name="Picture 7" descr="A close up of a sign&#10;&#10;Description generated with very high confidence">
            <a:extLst>
              <a:ext uri="{FF2B5EF4-FFF2-40B4-BE49-F238E27FC236}">
                <a16:creationId xmlns:a16="http://schemas.microsoft.com/office/drawing/2014/main" id="{8AEEE216-13FE-FA0A-72AE-9FE32915D59D}"/>
              </a:ext>
            </a:extLst>
          </p:cNvPr>
          <p:cNvPicPr>
            <a:picLocks noChangeAspect="1"/>
          </p:cNvPicPr>
          <p:nvPr/>
        </p:nvPicPr>
        <p:blipFill>
          <a:blip r:embed="rId11"/>
          <a:stretch>
            <a:fillRect/>
          </a:stretch>
        </p:blipFill>
        <p:spPr>
          <a:xfrm>
            <a:off x="10348510" y="3000266"/>
            <a:ext cx="1484573" cy="488057"/>
          </a:xfrm>
          <a:prstGeom prst="rect">
            <a:avLst/>
          </a:prstGeom>
        </p:spPr>
      </p:pic>
      <p:pic>
        <p:nvPicPr>
          <p:cNvPr id="56" name="Picture 2" descr="https://pathwayctm.com/wp-content/uploads/2017/11/Close-Brothers-Logo-2.png">
            <a:extLst>
              <a:ext uri="{FF2B5EF4-FFF2-40B4-BE49-F238E27FC236}">
                <a16:creationId xmlns:a16="http://schemas.microsoft.com/office/drawing/2014/main" id="{231F85FD-393D-7941-A58E-491DB196457E}"/>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9680063" y="3880353"/>
            <a:ext cx="2141896" cy="363334"/>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2" descr="A close up of a logo&#10;&#10;Description generated with very high confidence">
            <a:extLst>
              <a:ext uri="{FF2B5EF4-FFF2-40B4-BE49-F238E27FC236}">
                <a16:creationId xmlns:a16="http://schemas.microsoft.com/office/drawing/2014/main" id="{4C73FE88-A722-80EF-0C9D-65C9483BF6CF}"/>
              </a:ext>
            </a:extLst>
          </p:cNvPr>
          <p:cNvPicPr>
            <a:picLocks noChangeAspect="1"/>
          </p:cNvPicPr>
          <p:nvPr/>
        </p:nvPicPr>
        <p:blipFill rotWithShape="1">
          <a:blip r:embed="rId13"/>
          <a:srcRect t="36466" r="334" b="33753"/>
          <a:stretch/>
        </p:blipFill>
        <p:spPr>
          <a:xfrm>
            <a:off x="505555" y="2088142"/>
            <a:ext cx="1476269" cy="395678"/>
          </a:xfrm>
          <a:prstGeom prst="rect">
            <a:avLst/>
          </a:prstGeom>
        </p:spPr>
      </p:pic>
      <p:pic>
        <p:nvPicPr>
          <p:cNvPr id="58" name="Picture 5" descr="A picture containing drawing&#10;&#10;Description generated with very high confidence">
            <a:extLst>
              <a:ext uri="{FF2B5EF4-FFF2-40B4-BE49-F238E27FC236}">
                <a16:creationId xmlns:a16="http://schemas.microsoft.com/office/drawing/2014/main" id="{E9052440-3175-02D0-646B-F971A106AFF8}"/>
              </a:ext>
            </a:extLst>
          </p:cNvPr>
          <p:cNvPicPr>
            <a:picLocks noChangeAspect="1"/>
          </p:cNvPicPr>
          <p:nvPr/>
        </p:nvPicPr>
        <p:blipFill>
          <a:blip r:embed="rId14"/>
          <a:stretch>
            <a:fillRect/>
          </a:stretch>
        </p:blipFill>
        <p:spPr>
          <a:xfrm>
            <a:off x="2249837" y="1995558"/>
            <a:ext cx="760165" cy="769345"/>
          </a:xfrm>
          <a:prstGeom prst="rect">
            <a:avLst/>
          </a:prstGeom>
        </p:spPr>
      </p:pic>
      <p:pic>
        <p:nvPicPr>
          <p:cNvPr id="59" name="Picture 10" descr="A close up of a logo&#10;&#10;Description generated with very high confidence">
            <a:extLst>
              <a:ext uri="{FF2B5EF4-FFF2-40B4-BE49-F238E27FC236}">
                <a16:creationId xmlns:a16="http://schemas.microsoft.com/office/drawing/2014/main" id="{EC2B2471-ED1B-8626-2A8D-35D0F8388501}"/>
              </a:ext>
            </a:extLst>
          </p:cNvPr>
          <p:cNvPicPr>
            <a:picLocks noChangeAspect="1"/>
          </p:cNvPicPr>
          <p:nvPr/>
        </p:nvPicPr>
        <p:blipFill>
          <a:blip r:embed="rId15"/>
          <a:stretch>
            <a:fillRect/>
          </a:stretch>
        </p:blipFill>
        <p:spPr>
          <a:xfrm>
            <a:off x="2171339" y="4587995"/>
            <a:ext cx="1375273" cy="862943"/>
          </a:xfrm>
          <a:prstGeom prst="rect">
            <a:avLst/>
          </a:prstGeom>
        </p:spPr>
      </p:pic>
      <p:pic>
        <p:nvPicPr>
          <p:cNvPr id="60" name="Picture 12" descr="A close up of a logo&#10;&#10;Description generated with very high confidence">
            <a:extLst>
              <a:ext uri="{FF2B5EF4-FFF2-40B4-BE49-F238E27FC236}">
                <a16:creationId xmlns:a16="http://schemas.microsoft.com/office/drawing/2014/main" id="{353E553C-E63B-7930-B492-113E51A24CC6}"/>
              </a:ext>
            </a:extLst>
          </p:cNvPr>
          <p:cNvPicPr>
            <a:picLocks noChangeAspect="1"/>
          </p:cNvPicPr>
          <p:nvPr/>
        </p:nvPicPr>
        <p:blipFill>
          <a:blip r:embed="rId16"/>
          <a:stretch>
            <a:fillRect/>
          </a:stretch>
        </p:blipFill>
        <p:spPr>
          <a:xfrm>
            <a:off x="10327513" y="5378335"/>
            <a:ext cx="1246743" cy="928172"/>
          </a:xfrm>
          <a:prstGeom prst="rect">
            <a:avLst/>
          </a:prstGeom>
        </p:spPr>
      </p:pic>
      <p:pic>
        <p:nvPicPr>
          <p:cNvPr id="61" name="Picture 14" descr="A close up of a sign&#10;&#10;Description generated with very high confidence">
            <a:extLst>
              <a:ext uri="{FF2B5EF4-FFF2-40B4-BE49-F238E27FC236}">
                <a16:creationId xmlns:a16="http://schemas.microsoft.com/office/drawing/2014/main" id="{64C2B6C5-747B-4EFA-D886-F6F3BD5B0F3F}"/>
              </a:ext>
            </a:extLst>
          </p:cNvPr>
          <p:cNvPicPr>
            <a:picLocks noChangeAspect="1"/>
          </p:cNvPicPr>
          <p:nvPr/>
        </p:nvPicPr>
        <p:blipFill>
          <a:blip r:embed="rId17"/>
          <a:stretch>
            <a:fillRect/>
          </a:stretch>
        </p:blipFill>
        <p:spPr>
          <a:xfrm>
            <a:off x="8221934" y="5523386"/>
            <a:ext cx="1806767" cy="609689"/>
          </a:xfrm>
          <a:prstGeom prst="rect">
            <a:avLst/>
          </a:prstGeom>
        </p:spPr>
      </p:pic>
      <p:pic>
        <p:nvPicPr>
          <p:cNvPr id="62" name="Picture 43" descr="A picture containing plate, drawing&#10;&#10;Description generated with very high confidence">
            <a:extLst>
              <a:ext uri="{FF2B5EF4-FFF2-40B4-BE49-F238E27FC236}">
                <a16:creationId xmlns:a16="http://schemas.microsoft.com/office/drawing/2014/main" id="{CBFDDA6D-8476-9EF6-AF07-1300DEE7126D}"/>
              </a:ext>
            </a:extLst>
          </p:cNvPr>
          <p:cNvPicPr>
            <a:picLocks noChangeAspect="1"/>
          </p:cNvPicPr>
          <p:nvPr/>
        </p:nvPicPr>
        <p:blipFill>
          <a:blip r:embed="rId18"/>
          <a:stretch>
            <a:fillRect/>
          </a:stretch>
        </p:blipFill>
        <p:spPr>
          <a:xfrm>
            <a:off x="6883172" y="2012162"/>
            <a:ext cx="1182479" cy="763838"/>
          </a:xfrm>
          <a:prstGeom prst="rect">
            <a:avLst/>
          </a:prstGeom>
        </p:spPr>
      </p:pic>
      <p:pic>
        <p:nvPicPr>
          <p:cNvPr id="64" name="Picture 6" descr="File:JD Sports logo.svg - Wikipedia">
            <a:extLst>
              <a:ext uri="{FF2B5EF4-FFF2-40B4-BE49-F238E27FC236}">
                <a16:creationId xmlns:a16="http://schemas.microsoft.com/office/drawing/2014/main" id="{19F13BA0-89DB-C642-4AB8-0C6043C17246}"/>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4025322" y="1219518"/>
            <a:ext cx="614321" cy="614321"/>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8" descr="File:BMI Healthcare logo.jpg - Wikipedia">
            <a:extLst>
              <a:ext uri="{FF2B5EF4-FFF2-40B4-BE49-F238E27FC236}">
                <a16:creationId xmlns:a16="http://schemas.microsoft.com/office/drawing/2014/main" id="{8E9DE299-D31A-9769-E4AA-1A96A3F96FFE}"/>
              </a:ext>
            </a:extLst>
          </p:cNvPr>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3253567" y="1947486"/>
            <a:ext cx="1910019" cy="738296"/>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12" descr="Engie Vector Logo - (.SVG + .PNG) - SeekVectorLogo.Net">
            <a:extLst>
              <a:ext uri="{FF2B5EF4-FFF2-40B4-BE49-F238E27FC236}">
                <a16:creationId xmlns:a16="http://schemas.microsoft.com/office/drawing/2014/main" id="{184E6A0E-F3E8-E993-BFA6-45E7D1CD7809}"/>
              </a:ext>
            </a:extLst>
          </p:cNvPr>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8221934" y="3657016"/>
            <a:ext cx="1301846" cy="723248"/>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16" descr="Land Rover Range Rover Logo - LogoDix">
            <a:extLst>
              <a:ext uri="{FF2B5EF4-FFF2-40B4-BE49-F238E27FC236}">
                <a16:creationId xmlns:a16="http://schemas.microsoft.com/office/drawing/2014/main" id="{C0E0AFD2-81AB-C615-AAFD-681C3F5FBB42}"/>
              </a:ext>
            </a:extLst>
          </p:cNvPr>
          <p:cNvPicPr>
            <a:picLocks noChangeAspect="1" noChangeArrowheads="1"/>
          </p:cNvPicPr>
          <p:nvPr/>
        </p:nvPicPr>
        <p:blipFill rotWithShape="1">
          <a:blip r:embed="rId22" cstate="print">
            <a:extLst>
              <a:ext uri="{28A0092B-C50C-407E-A947-70E740481C1C}">
                <a14:useLocalDpi xmlns:a14="http://schemas.microsoft.com/office/drawing/2010/main" val="0"/>
              </a:ext>
            </a:extLst>
          </a:blip>
          <a:srcRect t="20725" b="27625"/>
          <a:stretch/>
        </p:blipFill>
        <p:spPr bwMode="auto">
          <a:xfrm>
            <a:off x="8327817" y="4670864"/>
            <a:ext cx="1705112" cy="586902"/>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18" descr="File:Rac logo.svg - Wikipedia">
            <a:extLst>
              <a:ext uri="{FF2B5EF4-FFF2-40B4-BE49-F238E27FC236}">
                <a16:creationId xmlns:a16="http://schemas.microsoft.com/office/drawing/2014/main" id="{3940CDCC-B460-D1D9-657A-8282DA1EB20C}"/>
              </a:ext>
            </a:extLst>
          </p:cNvPr>
          <p:cNvPicPr>
            <a:picLocks noChangeAspect="1" noChangeArrowheads="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5375408" y="5663675"/>
            <a:ext cx="961790" cy="329112"/>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24" descr="ASDA logo Free vector in Adobe Illustrator ai ( .ai ) vector ...">
            <a:extLst>
              <a:ext uri="{FF2B5EF4-FFF2-40B4-BE49-F238E27FC236}">
                <a16:creationId xmlns:a16="http://schemas.microsoft.com/office/drawing/2014/main" id="{13E72869-4D0E-C803-19F7-AB11B25EA9E9}"/>
              </a:ext>
            </a:extLst>
          </p:cNvPr>
          <p:cNvPicPr>
            <a:picLocks noChangeAspect="1" noChangeArrowheads="1"/>
          </p:cNvPicPr>
          <p:nvPr/>
        </p:nvPicPr>
        <p:blipFill>
          <a:blip r:embed="rId24" cstate="print">
            <a:extLst>
              <a:ext uri="{28A0092B-C50C-407E-A947-70E740481C1C}">
                <a14:useLocalDpi xmlns:a14="http://schemas.microsoft.com/office/drawing/2010/main" val="0"/>
              </a:ext>
            </a:extLst>
          </a:blip>
          <a:srcRect/>
          <a:stretch>
            <a:fillRect/>
          </a:stretch>
        </p:blipFill>
        <p:spPr bwMode="auto">
          <a:xfrm>
            <a:off x="577822" y="3078164"/>
            <a:ext cx="1113728" cy="332262"/>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36" descr="emblem-Ralph-Lauren - Bad Yogi Blog">
            <a:extLst>
              <a:ext uri="{FF2B5EF4-FFF2-40B4-BE49-F238E27FC236}">
                <a16:creationId xmlns:a16="http://schemas.microsoft.com/office/drawing/2014/main" id="{D31850B8-848B-3FF8-0204-33950944E059}"/>
              </a:ext>
            </a:extLst>
          </p:cNvPr>
          <p:cNvPicPr>
            <a:picLocks noChangeAspect="1"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8221934" y="2961346"/>
            <a:ext cx="1867289" cy="517415"/>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38" descr="Selfridges &amp; Co Logo PNG Transparent &amp; SVG Vector - Freebie Supply">
            <a:extLst>
              <a:ext uri="{FF2B5EF4-FFF2-40B4-BE49-F238E27FC236}">
                <a16:creationId xmlns:a16="http://schemas.microsoft.com/office/drawing/2014/main" id="{CF726982-1147-320E-B329-78D5566E6245}"/>
              </a:ext>
            </a:extLst>
          </p:cNvPr>
          <p:cNvPicPr>
            <a:picLocks noChangeAspect="1" noChangeArrowheads="1"/>
          </p:cNvPicPr>
          <p:nvPr/>
        </p:nvPicPr>
        <p:blipFill rotWithShape="1">
          <a:blip r:embed="rId26" cstate="print">
            <a:extLst>
              <a:ext uri="{28A0092B-C50C-407E-A947-70E740481C1C}">
                <a14:useLocalDpi xmlns:a14="http://schemas.microsoft.com/office/drawing/2010/main" val="0"/>
              </a:ext>
            </a:extLst>
          </a:blip>
          <a:srcRect t="38086" b="38061"/>
          <a:stretch/>
        </p:blipFill>
        <p:spPr bwMode="auto">
          <a:xfrm>
            <a:off x="7955756" y="1269481"/>
            <a:ext cx="2550888" cy="456344"/>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40" descr="Hilton Logo Download - AI - All Vector Logo">
            <a:extLst>
              <a:ext uri="{FF2B5EF4-FFF2-40B4-BE49-F238E27FC236}">
                <a16:creationId xmlns:a16="http://schemas.microsoft.com/office/drawing/2014/main" id="{7FF2B2B5-7EAD-4043-8738-58226A45FDDD}"/>
              </a:ext>
            </a:extLst>
          </p:cNvPr>
          <p:cNvPicPr>
            <a:picLocks noChangeAspect="1" noChangeArrowheads="1"/>
          </p:cNvPicPr>
          <p:nvPr/>
        </p:nvPicPr>
        <p:blipFill rotWithShape="1">
          <a:blip r:embed="rId27" cstate="print">
            <a:extLst>
              <a:ext uri="{28A0092B-C50C-407E-A947-70E740481C1C}">
                <a14:useLocalDpi xmlns:a14="http://schemas.microsoft.com/office/drawing/2010/main" val="0"/>
              </a:ext>
            </a:extLst>
          </a:blip>
          <a:srcRect l="13964" r="16014"/>
          <a:stretch/>
        </p:blipFill>
        <p:spPr bwMode="auto">
          <a:xfrm>
            <a:off x="8595139" y="1913108"/>
            <a:ext cx="1120878" cy="869983"/>
          </a:xfrm>
          <a:prstGeom prst="rect">
            <a:avLst/>
          </a:prstGeom>
          <a:noFill/>
          <a:extLst>
            <a:ext uri="{909E8E84-426E-40DD-AFC4-6F175D3DCCD1}">
              <a14:hiddenFill xmlns:a14="http://schemas.microsoft.com/office/drawing/2010/main">
                <a:solidFill>
                  <a:srgbClr val="FFFFFF"/>
                </a:solidFill>
              </a14:hiddenFill>
            </a:ext>
          </a:extLst>
        </p:spPr>
      </p:pic>
      <p:pic>
        <p:nvPicPr>
          <p:cNvPr id="74" name="Picture 52" descr="New Aer Lingus logo in (.SVG) vector free download">
            <a:extLst>
              <a:ext uri="{FF2B5EF4-FFF2-40B4-BE49-F238E27FC236}">
                <a16:creationId xmlns:a16="http://schemas.microsoft.com/office/drawing/2014/main" id="{BB7A512C-6674-3C33-8BA0-6B657E2AF593}"/>
              </a:ext>
            </a:extLst>
          </p:cNvPr>
          <p:cNvPicPr>
            <a:picLocks noChangeAspect="1" noChangeArrowheads="1"/>
          </p:cNvPicPr>
          <p:nvPr/>
        </p:nvPicPr>
        <p:blipFill rotWithShape="1">
          <a:blip r:embed="rId28" cstate="print">
            <a:extLst>
              <a:ext uri="{28A0092B-C50C-407E-A947-70E740481C1C}">
                <a14:useLocalDpi xmlns:a14="http://schemas.microsoft.com/office/drawing/2010/main" val="0"/>
              </a:ext>
            </a:extLst>
          </a:blip>
          <a:srcRect t="40691" b="35317"/>
          <a:stretch/>
        </p:blipFill>
        <p:spPr bwMode="auto">
          <a:xfrm>
            <a:off x="4588023" y="3921652"/>
            <a:ext cx="1937761" cy="464906"/>
          </a:xfrm>
          <a:prstGeom prst="rect">
            <a:avLst/>
          </a:prstGeom>
          <a:noFill/>
          <a:extLst>
            <a:ext uri="{909E8E84-426E-40DD-AFC4-6F175D3DCCD1}">
              <a14:hiddenFill xmlns:a14="http://schemas.microsoft.com/office/drawing/2010/main">
                <a:solidFill>
                  <a:srgbClr val="FFFFFF"/>
                </a:solidFill>
              </a14:hiddenFill>
            </a:ext>
          </a:extLst>
        </p:spPr>
      </p:pic>
      <p:pic>
        <p:nvPicPr>
          <p:cNvPr id="75" name="Picture 54" descr="New Balance Logo Vector (.EPS) Free Download">
            <a:extLst>
              <a:ext uri="{FF2B5EF4-FFF2-40B4-BE49-F238E27FC236}">
                <a16:creationId xmlns:a16="http://schemas.microsoft.com/office/drawing/2014/main" id="{EFC275C3-C006-7552-025F-E16E1E8F0126}"/>
              </a:ext>
            </a:extLst>
          </p:cNvPr>
          <p:cNvPicPr>
            <a:picLocks noChangeAspect="1" noChangeArrowheads="1"/>
          </p:cNvPicPr>
          <p:nvPr/>
        </p:nvPicPr>
        <p:blipFill>
          <a:blip r:embed="rId29" cstate="print">
            <a:extLst>
              <a:ext uri="{28A0092B-C50C-407E-A947-70E740481C1C}">
                <a14:useLocalDpi xmlns:a14="http://schemas.microsoft.com/office/drawing/2010/main" val="0"/>
              </a:ext>
            </a:extLst>
          </a:blip>
          <a:srcRect/>
          <a:stretch>
            <a:fillRect/>
          </a:stretch>
        </p:blipFill>
        <p:spPr bwMode="auto">
          <a:xfrm>
            <a:off x="528188" y="1267308"/>
            <a:ext cx="1212996" cy="562022"/>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56" descr="Mckesson Free vector in Encapsulated PostScript eps ( .eps ...">
            <a:extLst>
              <a:ext uri="{FF2B5EF4-FFF2-40B4-BE49-F238E27FC236}">
                <a16:creationId xmlns:a16="http://schemas.microsoft.com/office/drawing/2014/main" id="{3DBFF385-78B8-DE8E-9F42-BE59174122DC}"/>
              </a:ext>
            </a:extLst>
          </p:cNvPr>
          <p:cNvPicPr>
            <a:picLocks noChangeAspect="1" noChangeArrowheads="1"/>
          </p:cNvPicPr>
          <p:nvPr/>
        </p:nvPicPr>
        <p:blipFill>
          <a:blip r:embed="rId30" cstate="print">
            <a:extLst>
              <a:ext uri="{28A0092B-C50C-407E-A947-70E740481C1C}">
                <a14:useLocalDpi xmlns:a14="http://schemas.microsoft.com/office/drawing/2010/main" val="0"/>
              </a:ext>
            </a:extLst>
          </a:blip>
          <a:srcRect/>
          <a:stretch>
            <a:fillRect/>
          </a:stretch>
        </p:blipFill>
        <p:spPr bwMode="auto">
          <a:xfrm>
            <a:off x="2070178" y="1377395"/>
            <a:ext cx="1682033" cy="417705"/>
          </a:xfrm>
          <a:prstGeom prst="rect">
            <a:avLst/>
          </a:prstGeom>
          <a:noFill/>
          <a:extLst>
            <a:ext uri="{909E8E84-426E-40DD-AFC4-6F175D3DCCD1}">
              <a14:hiddenFill xmlns:a14="http://schemas.microsoft.com/office/drawing/2010/main">
                <a:solidFill>
                  <a:srgbClr val="FFFFFF"/>
                </a:solidFill>
              </a14:hiddenFill>
            </a:ext>
          </a:extLst>
        </p:spPr>
      </p:pic>
      <p:pic>
        <p:nvPicPr>
          <p:cNvPr id="77" name="Picture 60" descr="File:Visa Inc. logo.svg - Wikimedia Commons">
            <a:extLst>
              <a:ext uri="{FF2B5EF4-FFF2-40B4-BE49-F238E27FC236}">
                <a16:creationId xmlns:a16="http://schemas.microsoft.com/office/drawing/2014/main" id="{EB091D12-B387-3181-7FFC-468DADE137BD}"/>
              </a:ext>
            </a:extLst>
          </p:cNvPr>
          <p:cNvPicPr>
            <a:picLocks noChangeAspect="1" noChangeArrowheads="1"/>
          </p:cNvPicPr>
          <p:nvPr/>
        </p:nvPicPr>
        <p:blipFill>
          <a:blip r:embed="rId31" cstate="print">
            <a:extLst>
              <a:ext uri="{28A0092B-C50C-407E-A947-70E740481C1C}">
                <a14:useLocalDpi xmlns:a14="http://schemas.microsoft.com/office/drawing/2010/main" val="0"/>
              </a:ext>
            </a:extLst>
          </a:blip>
          <a:srcRect/>
          <a:stretch>
            <a:fillRect/>
          </a:stretch>
        </p:blipFill>
        <p:spPr bwMode="auto">
          <a:xfrm>
            <a:off x="4851636" y="1309275"/>
            <a:ext cx="1155823" cy="374679"/>
          </a:xfrm>
          <a:prstGeom prst="rect">
            <a:avLst/>
          </a:prstGeom>
          <a:noFill/>
          <a:extLst>
            <a:ext uri="{909E8E84-426E-40DD-AFC4-6F175D3DCCD1}">
              <a14:hiddenFill xmlns:a14="http://schemas.microsoft.com/office/drawing/2010/main">
                <a:solidFill>
                  <a:srgbClr val="FFFFFF"/>
                </a:solidFill>
              </a14:hiddenFill>
            </a:ext>
          </a:extLst>
        </p:spPr>
      </p:pic>
      <p:pic>
        <p:nvPicPr>
          <p:cNvPr id="78" name="Picture 82" descr="Axa logo Free vector in Adobe Illustrator ai ( .ai ) vector ...">
            <a:extLst>
              <a:ext uri="{FF2B5EF4-FFF2-40B4-BE49-F238E27FC236}">
                <a16:creationId xmlns:a16="http://schemas.microsoft.com/office/drawing/2014/main" id="{D86665EC-0258-7B15-F74A-812F48FB37DD}"/>
              </a:ext>
            </a:extLst>
          </p:cNvPr>
          <p:cNvPicPr>
            <a:picLocks noChangeAspect="1" noChangeArrowheads="1"/>
          </p:cNvPicPr>
          <p:nvPr/>
        </p:nvPicPr>
        <p:blipFill>
          <a:blip r:embed="rId32" cstate="print">
            <a:extLst>
              <a:ext uri="{28A0092B-C50C-407E-A947-70E740481C1C}">
                <a14:useLocalDpi xmlns:a14="http://schemas.microsoft.com/office/drawing/2010/main" val="0"/>
              </a:ext>
            </a:extLst>
          </a:blip>
          <a:srcRect/>
          <a:stretch>
            <a:fillRect/>
          </a:stretch>
        </p:blipFill>
        <p:spPr bwMode="auto">
          <a:xfrm>
            <a:off x="5558619" y="1996417"/>
            <a:ext cx="734889" cy="689365"/>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84" descr="Worldpay – Logos Download">
            <a:extLst>
              <a:ext uri="{FF2B5EF4-FFF2-40B4-BE49-F238E27FC236}">
                <a16:creationId xmlns:a16="http://schemas.microsoft.com/office/drawing/2014/main" id="{438D4588-AB03-F553-FB18-B90DD47230B4}"/>
              </a:ext>
            </a:extLst>
          </p:cNvPr>
          <p:cNvPicPr>
            <a:picLocks noChangeAspect="1" noChangeArrowheads="1"/>
          </p:cNvPicPr>
          <p:nvPr/>
        </p:nvPicPr>
        <p:blipFill>
          <a:blip r:embed="rId33" cstate="print">
            <a:extLst>
              <a:ext uri="{28A0092B-C50C-407E-A947-70E740481C1C}">
                <a14:useLocalDpi xmlns:a14="http://schemas.microsoft.com/office/drawing/2010/main" val="0"/>
              </a:ext>
            </a:extLst>
          </a:blip>
          <a:srcRect/>
          <a:stretch>
            <a:fillRect/>
          </a:stretch>
        </p:blipFill>
        <p:spPr bwMode="auto">
          <a:xfrm>
            <a:off x="3004797" y="5673798"/>
            <a:ext cx="1680588" cy="317524"/>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102" descr="Pets at Home | Factory Fit">
            <a:extLst>
              <a:ext uri="{FF2B5EF4-FFF2-40B4-BE49-F238E27FC236}">
                <a16:creationId xmlns:a16="http://schemas.microsoft.com/office/drawing/2014/main" id="{377AD79E-ECF3-C0D9-A0BB-DA214A970857}"/>
              </a:ext>
            </a:extLst>
          </p:cNvPr>
          <p:cNvPicPr>
            <a:picLocks noChangeAspect="1" noChangeArrowheads="1"/>
          </p:cNvPicPr>
          <p:nvPr/>
        </p:nvPicPr>
        <p:blipFill rotWithShape="1">
          <a:blip r:embed="rId34" cstate="print">
            <a:extLst>
              <a:ext uri="{28A0092B-C50C-407E-A947-70E740481C1C}">
                <a14:useLocalDpi xmlns:a14="http://schemas.microsoft.com/office/drawing/2010/main" val="0"/>
              </a:ext>
            </a:extLst>
          </a:blip>
          <a:srcRect l="26673" t="27607" r="26899" b="25966"/>
          <a:stretch/>
        </p:blipFill>
        <p:spPr bwMode="auto">
          <a:xfrm>
            <a:off x="5612618" y="4630275"/>
            <a:ext cx="789683" cy="789683"/>
          </a:xfrm>
          <a:prstGeom prst="rect">
            <a:avLst/>
          </a:prstGeom>
          <a:noFill/>
          <a:extLst>
            <a:ext uri="{909E8E84-426E-40DD-AFC4-6F175D3DCCD1}">
              <a14:hiddenFill xmlns:a14="http://schemas.microsoft.com/office/drawing/2010/main">
                <a:solidFill>
                  <a:srgbClr val="FFFFFF"/>
                </a:solidFill>
              </a14:hiddenFill>
            </a:ext>
          </a:extLst>
        </p:spPr>
      </p:pic>
      <p:pic>
        <p:nvPicPr>
          <p:cNvPr id="82" name="Picture 2" descr="Financial Technology, Data, and Expertise | Refinitiv">
            <a:extLst>
              <a:ext uri="{FF2B5EF4-FFF2-40B4-BE49-F238E27FC236}">
                <a16:creationId xmlns:a16="http://schemas.microsoft.com/office/drawing/2014/main" id="{28BDCCC5-BD53-0CFB-1982-670152F2055E}"/>
              </a:ext>
            </a:extLst>
          </p:cNvPr>
          <p:cNvPicPr>
            <a:picLocks noChangeAspect="1" noChangeArrowheads="1"/>
          </p:cNvPicPr>
          <p:nvPr/>
        </p:nvPicPr>
        <p:blipFill>
          <a:blip r:embed="rId35" cstate="print">
            <a:extLst>
              <a:ext uri="{28A0092B-C50C-407E-A947-70E740481C1C}">
                <a14:useLocalDpi xmlns:a14="http://schemas.microsoft.com/office/drawing/2010/main" val="0"/>
              </a:ext>
            </a:extLst>
          </a:blip>
          <a:srcRect/>
          <a:stretch>
            <a:fillRect/>
          </a:stretch>
        </p:blipFill>
        <p:spPr bwMode="auto">
          <a:xfrm>
            <a:off x="635680" y="5673798"/>
            <a:ext cx="1691915" cy="341801"/>
          </a:xfrm>
          <a:prstGeom prst="rect">
            <a:avLst/>
          </a:prstGeom>
          <a:noFill/>
          <a:extLst>
            <a:ext uri="{909E8E84-426E-40DD-AFC4-6F175D3DCCD1}">
              <a14:hiddenFill xmlns:a14="http://schemas.microsoft.com/office/drawing/2010/main">
                <a:solidFill>
                  <a:srgbClr val="FFFFFF"/>
                </a:solidFill>
              </a14:hiddenFill>
            </a:ext>
          </a:extLst>
        </p:spPr>
      </p:pic>
      <p:pic>
        <p:nvPicPr>
          <p:cNvPr id="83" name="Picture 4" descr="SLH logo - Heel &amp; Toe Childrens Charity">
            <a:extLst>
              <a:ext uri="{FF2B5EF4-FFF2-40B4-BE49-F238E27FC236}">
                <a16:creationId xmlns:a16="http://schemas.microsoft.com/office/drawing/2014/main" id="{0B3768C0-AD32-1F45-4FED-2EA98A135D70}"/>
              </a:ext>
            </a:extLst>
          </p:cNvPr>
          <p:cNvPicPr>
            <a:picLocks noChangeAspect="1" noChangeArrowheads="1"/>
          </p:cNvPicPr>
          <p:nvPr/>
        </p:nvPicPr>
        <p:blipFill>
          <a:blip r:embed="rId36" cstate="print">
            <a:extLst>
              <a:ext uri="{28A0092B-C50C-407E-A947-70E740481C1C}">
                <a14:useLocalDpi xmlns:a14="http://schemas.microsoft.com/office/drawing/2010/main" val="0"/>
              </a:ext>
            </a:extLst>
          </a:blip>
          <a:srcRect/>
          <a:stretch>
            <a:fillRect/>
          </a:stretch>
        </p:blipFill>
        <p:spPr bwMode="auto">
          <a:xfrm>
            <a:off x="4071540" y="4645962"/>
            <a:ext cx="952793" cy="746480"/>
          </a:xfrm>
          <a:prstGeom prst="rect">
            <a:avLst/>
          </a:prstGeom>
          <a:noFill/>
          <a:extLst>
            <a:ext uri="{909E8E84-426E-40DD-AFC4-6F175D3DCCD1}">
              <a14:hiddenFill xmlns:a14="http://schemas.microsoft.com/office/drawing/2010/main">
                <a:solidFill>
                  <a:srgbClr val="FFFFFF"/>
                </a:solidFill>
              </a14:hiddenFill>
            </a:ext>
          </a:extLst>
        </p:spPr>
      </p:pic>
      <p:pic>
        <p:nvPicPr>
          <p:cNvPr id="84" name="Picture 16" descr="A picture containing drawing&#10;&#10;Description generated with very high confidence">
            <a:extLst>
              <a:ext uri="{FF2B5EF4-FFF2-40B4-BE49-F238E27FC236}">
                <a16:creationId xmlns:a16="http://schemas.microsoft.com/office/drawing/2014/main" id="{3C619DEA-71D4-AB07-5C2B-C872C840FC59}"/>
              </a:ext>
            </a:extLst>
          </p:cNvPr>
          <p:cNvPicPr>
            <a:picLocks noChangeAspect="1"/>
          </p:cNvPicPr>
          <p:nvPr/>
        </p:nvPicPr>
        <p:blipFill>
          <a:blip r:embed="rId37"/>
          <a:stretch>
            <a:fillRect/>
          </a:stretch>
        </p:blipFill>
        <p:spPr>
          <a:xfrm>
            <a:off x="6141396" y="742810"/>
            <a:ext cx="2229080" cy="1173940"/>
          </a:xfrm>
          <a:prstGeom prst="rect">
            <a:avLst/>
          </a:prstGeom>
        </p:spPr>
      </p:pic>
      <p:sp>
        <p:nvSpPr>
          <p:cNvPr id="86" name="TextBox 85">
            <a:extLst>
              <a:ext uri="{FF2B5EF4-FFF2-40B4-BE49-F238E27FC236}">
                <a16:creationId xmlns:a16="http://schemas.microsoft.com/office/drawing/2014/main" id="{14FCFA44-5927-FBA9-A404-E903FF4B74E2}"/>
              </a:ext>
            </a:extLst>
          </p:cNvPr>
          <p:cNvSpPr txBox="1"/>
          <p:nvPr/>
        </p:nvSpPr>
        <p:spPr>
          <a:xfrm>
            <a:off x="364538" y="170676"/>
            <a:ext cx="7520122" cy="646331"/>
          </a:xfrm>
          <a:prstGeom prst="rect">
            <a:avLst/>
          </a:prstGeom>
          <a:noFill/>
        </p:spPr>
        <p:txBody>
          <a:bodyPr wrap="square" rtlCol="0">
            <a:spAutoFit/>
          </a:bodyPr>
          <a:lstStyle/>
          <a:p>
            <a:r>
              <a:rPr lang="en-GB" sz="3600" dirty="0">
                <a:solidFill>
                  <a:srgbClr val="002060"/>
                </a:solidFill>
                <a:latin typeface="+mj-lt"/>
                <a:ea typeface="+mj-ea"/>
                <a:cs typeface="+mj-cs"/>
              </a:rPr>
              <a:t>Some of our Customers</a:t>
            </a:r>
          </a:p>
        </p:txBody>
      </p:sp>
      <p:pic>
        <p:nvPicPr>
          <p:cNvPr id="3" name="Picture 2" descr="A logo for a building society&#10;&#10;AI-generated content may be incorrect.">
            <a:extLst>
              <a:ext uri="{FF2B5EF4-FFF2-40B4-BE49-F238E27FC236}">
                <a16:creationId xmlns:a16="http://schemas.microsoft.com/office/drawing/2014/main" id="{7CF5DC3E-0882-7FF1-F713-AF8586F81561}"/>
              </a:ext>
            </a:extLst>
          </p:cNvPr>
          <p:cNvPicPr>
            <a:picLocks noChangeAspect="1"/>
          </p:cNvPicPr>
          <p:nvPr/>
        </p:nvPicPr>
        <p:blipFill>
          <a:blip r:embed="rId38">
            <a:extLst>
              <a:ext uri="{28A0092B-C50C-407E-A947-70E740481C1C}">
                <a14:useLocalDpi xmlns:a14="http://schemas.microsoft.com/office/drawing/2010/main" val="0"/>
              </a:ext>
            </a:extLst>
          </a:blip>
          <a:stretch>
            <a:fillRect/>
          </a:stretch>
        </p:blipFill>
        <p:spPr>
          <a:xfrm>
            <a:off x="10220469" y="945641"/>
            <a:ext cx="1718352" cy="1143485"/>
          </a:xfrm>
          <a:prstGeom prst="rect">
            <a:avLst/>
          </a:prstGeom>
        </p:spPr>
      </p:pic>
      <p:pic>
        <p:nvPicPr>
          <p:cNvPr id="5" name="Picture 4" descr="A yellow background with blue and green text&#10;&#10;AI-generated content may be incorrect.">
            <a:extLst>
              <a:ext uri="{FF2B5EF4-FFF2-40B4-BE49-F238E27FC236}">
                <a16:creationId xmlns:a16="http://schemas.microsoft.com/office/drawing/2014/main" id="{495EE814-CB40-9938-6929-56375D5CE8EB}"/>
              </a:ext>
            </a:extLst>
          </p:cNvPr>
          <p:cNvPicPr>
            <a:picLocks noChangeAspect="1"/>
          </p:cNvPicPr>
          <p:nvPr/>
        </p:nvPicPr>
        <p:blipFill>
          <a:blip r:embed="rId39">
            <a:extLst>
              <a:ext uri="{28A0092B-C50C-407E-A947-70E740481C1C}">
                <a14:useLocalDpi xmlns:a14="http://schemas.microsoft.com/office/drawing/2010/main" val="0"/>
              </a:ext>
            </a:extLst>
          </a:blip>
          <a:stretch>
            <a:fillRect/>
          </a:stretch>
        </p:blipFill>
        <p:spPr>
          <a:xfrm>
            <a:off x="10565981" y="1898212"/>
            <a:ext cx="798982" cy="798982"/>
          </a:xfrm>
          <a:prstGeom prst="rect">
            <a:avLst/>
          </a:prstGeom>
        </p:spPr>
      </p:pic>
      <p:pic>
        <p:nvPicPr>
          <p:cNvPr id="7" name="Picture 6" descr="A close-up of a logo&#10;&#10;AI-generated content may be incorrect.">
            <a:extLst>
              <a:ext uri="{FF2B5EF4-FFF2-40B4-BE49-F238E27FC236}">
                <a16:creationId xmlns:a16="http://schemas.microsoft.com/office/drawing/2014/main" id="{D53CED4B-8ED5-EB79-F9A3-63DF5130350C}"/>
              </a:ext>
            </a:extLst>
          </p:cNvPr>
          <p:cNvPicPr>
            <a:picLocks noChangeAspect="1"/>
          </p:cNvPicPr>
          <p:nvPr/>
        </p:nvPicPr>
        <p:blipFill>
          <a:blip r:embed="rId40">
            <a:extLst>
              <a:ext uri="{28A0092B-C50C-407E-A947-70E740481C1C}">
                <a14:useLocalDpi xmlns:a14="http://schemas.microsoft.com/office/drawing/2010/main" val="0"/>
              </a:ext>
            </a:extLst>
          </a:blip>
          <a:stretch>
            <a:fillRect/>
          </a:stretch>
        </p:blipFill>
        <p:spPr>
          <a:xfrm>
            <a:off x="675958" y="4501569"/>
            <a:ext cx="1060799" cy="1060799"/>
          </a:xfrm>
          <a:prstGeom prst="rect">
            <a:avLst/>
          </a:prstGeom>
        </p:spPr>
      </p:pic>
      <p:pic>
        <p:nvPicPr>
          <p:cNvPr id="2" name="Picture 1" descr="A white background with black dots&#10;&#10;AI-generated content may be incorrect.">
            <a:extLst>
              <a:ext uri="{FF2B5EF4-FFF2-40B4-BE49-F238E27FC236}">
                <a16:creationId xmlns:a16="http://schemas.microsoft.com/office/drawing/2014/main" id="{2A6741BC-B929-FEEC-DBA6-FDD8DC184B87}"/>
              </a:ext>
            </a:extLst>
          </p:cNvPr>
          <p:cNvPicPr>
            <a:picLocks noChangeAspect="1"/>
          </p:cNvPicPr>
          <p:nvPr/>
        </p:nvPicPr>
        <p:blipFill>
          <a:blip r:embed="rId41"/>
          <a:stretch>
            <a:fillRect/>
          </a:stretch>
        </p:blipFill>
        <p:spPr>
          <a:xfrm>
            <a:off x="9523319" y="6462432"/>
            <a:ext cx="2665879" cy="396689"/>
          </a:xfrm>
          <a:prstGeom prst="rect">
            <a:avLst/>
          </a:prstGeom>
        </p:spPr>
      </p:pic>
    </p:spTree>
    <p:extLst>
      <p:ext uri="{BB962C8B-B14F-4D97-AF65-F5344CB8AC3E}">
        <p14:creationId xmlns:p14="http://schemas.microsoft.com/office/powerpoint/2010/main" val="1046461222"/>
      </p:ext>
    </p:extLst>
  </p:cSld>
  <p:clrMapOvr>
    <a:masterClrMapping/>
  </p:clrMapOvr>
  <p:transition/>
</p:sld>
</file>

<file path=ppt/theme/theme1.xml><?xml version="1.0" encoding="utf-8"?>
<a:theme xmlns:a="http://schemas.openxmlformats.org/drawingml/2006/main" name="Amit_Kurmi">
  <a:themeElements>
    <a:clrScheme name="Custom 39">
      <a:dk1>
        <a:srgbClr val="000000"/>
      </a:dk1>
      <a:lt1>
        <a:srgbClr val="FFFFFF"/>
      </a:lt1>
      <a:dk2>
        <a:srgbClr val="C5C7C5"/>
      </a:dk2>
      <a:lt2>
        <a:srgbClr val="6E797C"/>
      </a:lt2>
      <a:accent1>
        <a:srgbClr val="26235D"/>
      </a:accent1>
      <a:accent2>
        <a:srgbClr val="2E79BB"/>
      </a:accent2>
      <a:accent3>
        <a:srgbClr val="F99F42"/>
      </a:accent3>
      <a:accent4>
        <a:srgbClr val="DE1B54"/>
      </a:accent4>
      <a:accent5>
        <a:srgbClr val="6CC049"/>
      </a:accent5>
      <a:accent6>
        <a:srgbClr val="FFFFFF"/>
      </a:accent6>
      <a:hlink>
        <a:srgbClr val="2E79BB"/>
      </a:hlink>
      <a:folHlink>
        <a:srgbClr val="954F72"/>
      </a:folHlink>
    </a:clrScheme>
    <a:fontScheme name="Arial">
      <a:maj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mit_Kurmi" id="{47F33E7C-D7C0-4B25-9BD7-2689CF194055}" vid="{65F83B35-F249-4503-B3A4-BCBD260F98B8}"/>
    </a:ext>
  </a:extLst>
</a:theme>
</file>

<file path=ppt/theme/theme2.xml><?xml version="1.0" encoding="utf-8"?>
<a:theme xmlns:a="http://schemas.openxmlformats.org/drawingml/2006/main" name="1_Prolifics Brand Theme 2022">
  <a:themeElements>
    <a:clrScheme name="Prolifics Color Pallate">
      <a:dk1>
        <a:sysClr val="windowText" lastClr="000000"/>
      </a:dk1>
      <a:lt1>
        <a:sysClr val="window" lastClr="FFFFFF"/>
      </a:lt1>
      <a:dk2>
        <a:srgbClr val="44546A"/>
      </a:dk2>
      <a:lt2>
        <a:srgbClr val="E7E6E6"/>
      </a:lt2>
      <a:accent1>
        <a:srgbClr val="F19917"/>
      </a:accent1>
      <a:accent2>
        <a:srgbClr val="73D313"/>
      </a:accent2>
      <a:accent3>
        <a:srgbClr val="A5A5A5"/>
      </a:accent3>
      <a:accent4>
        <a:srgbClr val="00B0F0"/>
      </a:accent4>
      <a:accent5>
        <a:srgbClr val="0070C0"/>
      </a:accent5>
      <a:accent6>
        <a:srgbClr val="002060"/>
      </a:accent6>
      <a:hlink>
        <a:srgbClr val="002060"/>
      </a:hlink>
      <a:folHlink>
        <a:srgbClr val="0070C0"/>
      </a:folHlink>
    </a:clrScheme>
    <a:fontScheme name="Prolifics Font 2">
      <a:majorFont>
        <a:latin typeface="Tahoma "/>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olifics Brand Template 2022" id="{61BFE15B-CF7C-4A31-A50B-94D83B6567DA}" vid="{14E1EA16-E9EC-4D16-801F-B1AB5BDCB07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aaf3ee77-196f-4c35-9e05-3299bac2d8e2" xsi:nil="true"/>
    <lcf76f155ced4ddcb4097134ff3c332f xmlns="b61e4024-a7d3-458e-a109-d16af602c076">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F83460D8B9C3942A4C1C43ED5408BBE" ma:contentTypeVersion="16" ma:contentTypeDescription="Create a new document." ma:contentTypeScope="" ma:versionID="78d36e65eec085a245ed2f15aa147d0a">
  <xsd:schema xmlns:xsd="http://www.w3.org/2001/XMLSchema" xmlns:xs="http://www.w3.org/2001/XMLSchema" xmlns:p="http://schemas.microsoft.com/office/2006/metadata/properties" xmlns:ns2="b61e4024-a7d3-458e-a109-d16af602c076" xmlns:ns3="aaf3ee77-196f-4c35-9e05-3299bac2d8e2" targetNamespace="http://schemas.microsoft.com/office/2006/metadata/properties" ma:root="true" ma:fieldsID="526d8e95f1764da6660a7e0e24a00d53" ns2:_="" ns3:_="">
    <xsd:import namespace="b61e4024-a7d3-458e-a109-d16af602c076"/>
    <xsd:import namespace="aaf3ee77-196f-4c35-9e05-3299bac2d8e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1e4024-a7d3-458e-a109-d16af602c07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8015ab51-9e3b-424c-9af6-12bdd7217be9"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DateTaken" ma:index="22" nillable="true" ma:displayName="MediaServiceDateTaken" ma:hidden="true" ma:indexed="true" ma:internalName="MediaServiceDateTaken" ma:readOnly="true">
      <xsd:simpleType>
        <xsd:restriction base="dms:Text"/>
      </xsd:simpleType>
    </xsd:element>
    <xsd:element name="MediaLengthInSeconds" ma:index="23"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af3ee77-196f-4c35-9e05-3299bac2d8e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34255e28-9209-475a-8e43-54cb90207baa}" ma:internalName="TaxCatchAll" ma:showField="CatchAllData" ma:web="aaf3ee77-196f-4c35-9e05-3299bac2d8e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F37857A-C61D-4FE0-8E5C-EB6FBC0C5FA4}">
  <ds:schemaRefs>
    <ds:schemaRef ds:uri="http://schemas.microsoft.com/sharepoint/v3/contenttype/forms"/>
  </ds:schemaRefs>
</ds:datastoreItem>
</file>

<file path=customXml/itemProps2.xml><?xml version="1.0" encoding="utf-8"?>
<ds:datastoreItem xmlns:ds="http://schemas.openxmlformats.org/officeDocument/2006/customXml" ds:itemID="{5E3D4686-9774-4B3E-AED7-4214B0758C8E}">
  <ds:schemaRefs>
    <ds:schemaRef ds:uri="http://www.w3.org/XML/1998/namespace"/>
    <ds:schemaRef ds:uri="http://purl.org/dc/elements/1.1/"/>
    <ds:schemaRef ds:uri="http://purl.org/dc/terms/"/>
    <ds:schemaRef ds:uri="http://schemas.microsoft.com/office/2006/metadata/properties"/>
    <ds:schemaRef ds:uri="http://purl.org/dc/dcmitype/"/>
    <ds:schemaRef ds:uri="http://schemas.microsoft.com/office/2006/documentManagement/types"/>
    <ds:schemaRef ds:uri="http://schemas.microsoft.com/office/infopath/2007/PartnerControls"/>
    <ds:schemaRef ds:uri="aaf3ee77-196f-4c35-9e05-3299bac2d8e2"/>
    <ds:schemaRef ds:uri="http://schemas.openxmlformats.org/package/2006/metadata/core-properties"/>
    <ds:schemaRef ds:uri="b61e4024-a7d3-458e-a109-d16af602c076"/>
  </ds:schemaRefs>
</ds:datastoreItem>
</file>

<file path=customXml/itemProps3.xml><?xml version="1.0" encoding="utf-8"?>
<ds:datastoreItem xmlns:ds="http://schemas.openxmlformats.org/officeDocument/2006/customXml" ds:itemID="{D1415930-C55C-4467-AF08-5F8E2D629E5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61e4024-a7d3-458e-a109-d16af602c076"/>
    <ds:schemaRef ds:uri="aaf3ee77-196f-4c35-9e05-3299bac2d8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16142</TotalTime>
  <Words>4939</Words>
  <Application>Microsoft Office PowerPoint</Application>
  <PresentationFormat>Widescreen</PresentationFormat>
  <Paragraphs>251</Paragraphs>
  <Slides>11</Slides>
  <Notes>10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11</vt:i4>
      </vt:variant>
    </vt:vector>
  </HeadingPairs>
  <TitlesOfParts>
    <vt:vector size="20" baseType="lpstr">
      <vt:lpstr>MS PGothic</vt:lpstr>
      <vt:lpstr>Aptos</vt:lpstr>
      <vt:lpstr>Arial</vt:lpstr>
      <vt:lpstr>Calibri</vt:lpstr>
      <vt:lpstr>Lato</vt:lpstr>
      <vt:lpstr>Noto Sans Symbols</vt:lpstr>
      <vt:lpstr>Tahoma</vt:lpstr>
      <vt:lpstr>Amit_Kurmi</vt:lpstr>
      <vt:lpstr>1_Prolifics Brand Theme 2022</vt:lpstr>
      <vt:lpstr>Prolifics UK –  IBM DB2 V11.1 Report</vt:lpstr>
      <vt:lpstr>Introduction</vt:lpstr>
      <vt:lpstr>Summary</vt:lpstr>
      <vt:lpstr>Recommendations</vt:lpstr>
      <vt:lpstr>Runstats (2)</vt:lpstr>
      <vt:lpstr>Reorgchk (3)</vt:lpstr>
      <vt:lpstr>Activity (4)</vt:lpstr>
      <vt:lpstr>Activity cont.</vt:lpstr>
      <vt:lpstr>Activity cont.</vt:lpstr>
      <vt:lpstr>Useful Links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Prolifics</dc:creator>
  <cp:lastModifiedBy>Stephen Gibney</cp:lastModifiedBy>
  <cp:revision>225</cp:revision>
  <dcterms:created xsi:type="dcterms:W3CDTF">2024-07-08T14:46:00Z</dcterms:created>
  <dcterms:modified xsi:type="dcterms:W3CDTF">2025-06-04T13:09:59Z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0x0101008F83460D8B9C3942A4C1C43ED5408BBE</vt:lpwstr>
  </property>
  <property fmtid="{D5CDD505-2E9C-101B-9397-08002B2CF9AE}" pid="3" name="MediaServiceImageTags">
    <vt:lpwstr/>
  </property>
</Properties>
</file>